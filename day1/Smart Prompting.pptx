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3" r:id="rId8"/>
    <p:sldId id="261" r:id="rId9"/>
    <p:sldId id="264" r:id="rId10"/>
    <p:sldId id="265" r:id="rId11"/>
    <p:sldId id="266"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579FD1-8119-4099-8B38-6383CA6C68AF}" v="27" dt="2026-05-17T03:24:50.721"/>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54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l Kumar S" userId="c4e05c69-1935-4d4e-9a3a-09af90e90761" providerId="ADAL" clId="{6D69B777-F16F-497B-A537-D450B283861C}"/>
    <pc:docChg chg="addSld delSld modSld">
      <pc:chgData name="Anil Kumar S" userId="c4e05c69-1935-4d4e-9a3a-09af90e90761" providerId="ADAL" clId="{6D69B777-F16F-497B-A537-D450B283861C}" dt="2026-05-17T03:44:48.213" v="206" actId="20577"/>
      <pc:docMkLst>
        <pc:docMk/>
      </pc:docMkLst>
      <pc:sldChg chg="addSp modSp mod">
        <pc:chgData name="Anil Kumar S" userId="c4e05c69-1935-4d4e-9a3a-09af90e90761" providerId="ADAL" clId="{6D69B777-F16F-497B-A537-D450B283861C}" dt="2026-05-17T03:44:48.213" v="206" actId="20577"/>
        <pc:sldMkLst>
          <pc:docMk/>
          <pc:sldMk cId="0" sldId="256"/>
        </pc:sldMkLst>
        <pc:spChg chg="mod">
          <ac:chgData name="Anil Kumar S" userId="c4e05c69-1935-4d4e-9a3a-09af90e90761" providerId="ADAL" clId="{6D69B777-F16F-497B-A537-D450B283861C}" dt="2026-05-17T03:44:48.213" v="206" actId="20577"/>
          <ac:spMkLst>
            <pc:docMk/>
            <pc:sldMk cId="0" sldId="256"/>
            <ac:spMk id="2" creationId="{00000000-0000-0000-0000-000000000000}"/>
          </ac:spMkLst>
        </pc:spChg>
        <pc:spChg chg="mod">
          <ac:chgData name="Anil Kumar S" userId="c4e05c69-1935-4d4e-9a3a-09af90e90761" providerId="ADAL" clId="{6D69B777-F16F-497B-A537-D450B283861C}" dt="2026-05-17T03:44:16.473" v="178" actId="20577"/>
          <ac:spMkLst>
            <pc:docMk/>
            <pc:sldMk cId="0" sldId="256"/>
            <ac:spMk id="3" creationId="{00000000-0000-0000-0000-000000000000}"/>
          </ac:spMkLst>
        </pc:spChg>
        <pc:spChg chg="mod">
          <ac:chgData name="Anil Kumar S" userId="c4e05c69-1935-4d4e-9a3a-09af90e90761" providerId="ADAL" clId="{6D69B777-F16F-497B-A537-D450B283861C}" dt="2026-05-17T03:44:22.547" v="189" actId="20577"/>
          <ac:spMkLst>
            <pc:docMk/>
            <pc:sldMk cId="0" sldId="256"/>
            <ac:spMk id="5" creationId="{00000000-0000-0000-0000-000000000000}"/>
          </ac:spMkLst>
        </pc:spChg>
        <pc:picChg chg="add mod">
          <ac:chgData name="Anil Kumar S" userId="c4e05c69-1935-4d4e-9a3a-09af90e90761" providerId="ADAL" clId="{6D69B777-F16F-497B-A537-D450B283861C}" dt="2026-05-17T03:44:42.810" v="194" actId="1076"/>
          <ac:picMkLst>
            <pc:docMk/>
            <pc:sldMk cId="0" sldId="256"/>
            <ac:picMk id="6" creationId="{DCC1E69C-BB91-FFB9-2DC8-6A32ABEE07E8}"/>
          </ac:picMkLst>
        </pc:picChg>
      </pc:sldChg>
      <pc:sldChg chg="modSp mod">
        <pc:chgData name="Anil Kumar S" userId="c4e05c69-1935-4d4e-9a3a-09af90e90761" providerId="ADAL" clId="{6D69B777-F16F-497B-A537-D450B283861C}" dt="2026-05-17T03:14:44.841" v="23" actId="1036"/>
        <pc:sldMkLst>
          <pc:docMk/>
          <pc:sldMk cId="0" sldId="257"/>
        </pc:sldMkLst>
        <pc:spChg chg="mod">
          <ac:chgData name="Anil Kumar S" userId="c4e05c69-1935-4d4e-9a3a-09af90e90761" providerId="ADAL" clId="{6D69B777-F16F-497B-A537-D450B283861C}" dt="2026-05-17T03:14:14.851" v="3"/>
          <ac:spMkLst>
            <pc:docMk/>
            <pc:sldMk cId="0" sldId="257"/>
            <ac:spMk id="2" creationId="{00000000-0000-0000-0000-000000000000}"/>
          </ac:spMkLst>
        </pc:spChg>
        <pc:spChg chg="mod">
          <ac:chgData name="Anil Kumar S" userId="c4e05c69-1935-4d4e-9a3a-09af90e90761" providerId="ADAL" clId="{6D69B777-F16F-497B-A537-D450B283861C}" dt="2026-05-17T03:14:44.841" v="23" actId="1036"/>
          <ac:spMkLst>
            <pc:docMk/>
            <pc:sldMk cId="0" sldId="257"/>
            <ac:spMk id="4" creationId="{00000000-0000-0000-0000-000000000000}"/>
          </ac:spMkLst>
        </pc:spChg>
      </pc:sldChg>
      <pc:sldChg chg="del">
        <pc:chgData name="Anil Kumar S" userId="c4e05c69-1935-4d4e-9a3a-09af90e90761" providerId="ADAL" clId="{6D69B777-F16F-497B-A537-D450B283861C}" dt="2026-05-17T03:13:49.634" v="0" actId="47"/>
        <pc:sldMkLst>
          <pc:docMk/>
          <pc:sldMk cId="0" sldId="258"/>
        </pc:sldMkLst>
      </pc:sldChg>
      <pc:sldChg chg="modSp add mod">
        <pc:chgData name="Anil Kumar S" userId="c4e05c69-1935-4d4e-9a3a-09af90e90761" providerId="ADAL" clId="{6D69B777-F16F-497B-A537-D450B283861C}" dt="2026-05-17T03:15:22.428" v="32" actId="115"/>
        <pc:sldMkLst>
          <pc:docMk/>
          <pc:sldMk cId="4157208836" sldId="258"/>
        </pc:sldMkLst>
        <pc:spChg chg="mod">
          <ac:chgData name="Anil Kumar S" userId="c4e05c69-1935-4d4e-9a3a-09af90e90761" providerId="ADAL" clId="{6D69B777-F16F-497B-A537-D450B283861C}" dt="2026-05-17T03:15:09.297" v="27" actId="20577"/>
          <ac:spMkLst>
            <pc:docMk/>
            <pc:sldMk cId="4157208836" sldId="258"/>
            <ac:spMk id="2" creationId="{99E4E6F1-3B3E-EB31-5D3A-E12A47911978}"/>
          </ac:spMkLst>
        </pc:spChg>
        <pc:spChg chg="mod">
          <ac:chgData name="Anil Kumar S" userId="c4e05c69-1935-4d4e-9a3a-09af90e90761" providerId="ADAL" clId="{6D69B777-F16F-497B-A537-D450B283861C}" dt="2026-05-17T03:15:22.428" v="32" actId="115"/>
          <ac:spMkLst>
            <pc:docMk/>
            <pc:sldMk cId="4157208836" sldId="258"/>
            <ac:spMk id="4" creationId="{C2D5578F-4F64-A652-C347-22ACF3C44CCD}"/>
          </ac:spMkLst>
        </pc:spChg>
      </pc:sldChg>
      <pc:sldChg chg="del">
        <pc:chgData name="Anil Kumar S" userId="c4e05c69-1935-4d4e-9a3a-09af90e90761" providerId="ADAL" clId="{6D69B777-F16F-497B-A537-D450B283861C}" dt="2026-05-17T03:13:49.634" v="0" actId="47"/>
        <pc:sldMkLst>
          <pc:docMk/>
          <pc:sldMk cId="0" sldId="259"/>
        </pc:sldMkLst>
      </pc:sldChg>
      <pc:sldChg chg="modSp add mod">
        <pc:chgData name="Anil Kumar S" userId="c4e05c69-1935-4d4e-9a3a-09af90e90761" providerId="ADAL" clId="{6D69B777-F16F-497B-A537-D450B283861C}" dt="2026-05-17T03:21:52.921" v="37" actId="6549"/>
        <pc:sldMkLst>
          <pc:docMk/>
          <pc:sldMk cId="3886030452" sldId="259"/>
        </pc:sldMkLst>
        <pc:spChg chg="mod">
          <ac:chgData name="Anil Kumar S" userId="c4e05c69-1935-4d4e-9a3a-09af90e90761" providerId="ADAL" clId="{6D69B777-F16F-497B-A537-D450B283861C}" dt="2026-05-17T03:21:39.593" v="34"/>
          <ac:spMkLst>
            <pc:docMk/>
            <pc:sldMk cId="3886030452" sldId="259"/>
            <ac:spMk id="2" creationId="{EC840735-5945-36A2-3B2E-F93C4EFC72D4}"/>
          </ac:spMkLst>
        </pc:spChg>
        <pc:spChg chg="mod">
          <ac:chgData name="Anil Kumar S" userId="c4e05c69-1935-4d4e-9a3a-09af90e90761" providerId="ADAL" clId="{6D69B777-F16F-497B-A537-D450B283861C}" dt="2026-05-17T03:21:52.921" v="37" actId="6549"/>
          <ac:spMkLst>
            <pc:docMk/>
            <pc:sldMk cId="3886030452" sldId="259"/>
            <ac:spMk id="4" creationId="{C9AE0483-7617-BD08-F650-87C234C5F617}"/>
          </ac:spMkLst>
        </pc:spChg>
      </pc:sldChg>
      <pc:sldChg chg="del">
        <pc:chgData name="Anil Kumar S" userId="c4e05c69-1935-4d4e-9a3a-09af90e90761" providerId="ADAL" clId="{6D69B777-F16F-497B-A537-D450B283861C}" dt="2026-05-17T03:13:49.634" v="0" actId="47"/>
        <pc:sldMkLst>
          <pc:docMk/>
          <pc:sldMk cId="0" sldId="260"/>
        </pc:sldMkLst>
      </pc:sldChg>
      <pc:sldChg chg="modSp add mod">
        <pc:chgData name="Anil Kumar S" userId="c4e05c69-1935-4d4e-9a3a-09af90e90761" providerId="ADAL" clId="{6D69B777-F16F-497B-A537-D450B283861C}" dt="2026-05-17T03:22:28.381" v="46" actId="20577"/>
        <pc:sldMkLst>
          <pc:docMk/>
          <pc:sldMk cId="3183384339" sldId="260"/>
        </pc:sldMkLst>
        <pc:spChg chg="mod">
          <ac:chgData name="Anil Kumar S" userId="c4e05c69-1935-4d4e-9a3a-09af90e90761" providerId="ADAL" clId="{6D69B777-F16F-497B-A537-D450B283861C}" dt="2026-05-17T03:22:13.896" v="42"/>
          <ac:spMkLst>
            <pc:docMk/>
            <pc:sldMk cId="3183384339" sldId="260"/>
            <ac:spMk id="2" creationId="{F835D27C-792E-52D3-CFAC-5B98D7120DF5}"/>
          </ac:spMkLst>
        </pc:spChg>
        <pc:spChg chg="mod">
          <ac:chgData name="Anil Kumar S" userId="c4e05c69-1935-4d4e-9a3a-09af90e90761" providerId="ADAL" clId="{6D69B777-F16F-497B-A537-D450B283861C}" dt="2026-05-17T03:22:28.381" v="46" actId="20577"/>
          <ac:spMkLst>
            <pc:docMk/>
            <pc:sldMk cId="3183384339" sldId="260"/>
            <ac:spMk id="4" creationId="{2D007C90-CEC7-FA86-E492-07B2C5DAA358}"/>
          </ac:spMkLst>
        </pc:spChg>
      </pc:sldChg>
      <pc:sldChg chg="del">
        <pc:chgData name="Anil Kumar S" userId="c4e05c69-1935-4d4e-9a3a-09af90e90761" providerId="ADAL" clId="{6D69B777-F16F-497B-A537-D450B283861C}" dt="2026-05-17T03:13:49.634" v="0" actId="47"/>
        <pc:sldMkLst>
          <pc:docMk/>
          <pc:sldMk cId="0" sldId="261"/>
        </pc:sldMkLst>
      </pc:sldChg>
      <pc:sldChg chg="modSp add">
        <pc:chgData name="Anil Kumar S" userId="c4e05c69-1935-4d4e-9a3a-09af90e90761" providerId="ADAL" clId="{6D69B777-F16F-497B-A537-D450B283861C}" dt="2026-05-17T03:23:48.698" v="86"/>
        <pc:sldMkLst>
          <pc:docMk/>
          <pc:sldMk cId="890427201" sldId="261"/>
        </pc:sldMkLst>
        <pc:spChg chg="mod">
          <ac:chgData name="Anil Kumar S" userId="c4e05c69-1935-4d4e-9a3a-09af90e90761" providerId="ADAL" clId="{6D69B777-F16F-497B-A537-D450B283861C}" dt="2026-05-17T03:23:31.763" v="82"/>
          <ac:spMkLst>
            <pc:docMk/>
            <pc:sldMk cId="890427201" sldId="261"/>
            <ac:spMk id="2" creationId="{D9FBF18B-8C7F-EB4A-35C0-DF6A364FAAFD}"/>
          </ac:spMkLst>
        </pc:spChg>
        <pc:spChg chg="mod">
          <ac:chgData name="Anil Kumar S" userId="c4e05c69-1935-4d4e-9a3a-09af90e90761" providerId="ADAL" clId="{6D69B777-F16F-497B-A537-D450B283861C}" dt="2026-05-17T03:23:48.698" v="86"/>
          <ac:spMkLst>
            <pc:docMk/>
            <pc:sldMk cId="890427201" sldId="261"/>
            <ac:spMk id="4" creationId="{E81AA9B2-41BC-F392-88D8-3499C7EA505F}"/>
          </ac:spMkLst>
        </pc:spChg>
      </pc:sldChg>
      <pc:sldChg chg="del">
        <pc:chgData name="Anil Kumar S" userId="c4e05c69-1935-4d4e-9a3a-09af90e90761" providerId="ADAL" clId="{6D69B777-F16F-497B-A537-D450B283861C}" dt="2026-05-17T03:13:49.634" v="0" actId="47"/>
        <pc:sldMkLst>
          <pc:docMk/>
          <pc:sldMk cId="0" sldId="262"/>
        </pc:sldMkLst>
      </pc:sldChg>
      <pc:sldChg chg="modSp add mod">
        <pc:chgData name="Anil Kumar S" userId="c4e05c69-1935-4d4e-9a3a-09af90e90761" providerId="ADAL" clId="{6D69B777-F16F-497B-A537-D450B283861C}" dt="2026-05-17T03:23:03.819" v="77" actId="20577"/>
        <pc:sldMkLst>
          <pc:docMk/>
          <pc:sldMk cId="2479348708" sldId="262"/>
        </pc:sldMkLst>
        <pc:spChg chg="mod">
          <ac:chgData name="Anil Kumar S" userId="c4e05c69-1935-4d4e-9a3a-09af90e90761" providerId="ADAL" clId="{6D69B777-F16F-497B-A537-D450B283861C}" dt="2026-05-17T03:22:35.075" v="47"/>
          <ac:spMkLst>
            <pc:docMk/>
            <pc:sldMk cId="2479348708" sldId="262"/>
            <ac:spMk id="2" creationId="{D8AEB326-BC6E-E662-1E4C-AC3B4D521023}"/>
          </ac:spMkLst>
        </pc:spChg>
        <pc:spChg chg="mod">
          <ac:chgData name="Anil Kumar S" userId="c4e05c69-1935-4d4e-9a3a-09af90e90761" providerId="ADAL" clId="{6D69B777-F16F-497B-A537-D450B283861C}" dt="2026-05-17T03:23:03.819" v="77" actId="20577"/>
          <ac:spMkLst>
            <pc:docMk/>
            <pc:sldMk cId="2479348708" sldId="262"/>
            <ac:spMk id="4" creationId="{E6A01E24-4D6A-273B-590A-A21685129200}"/>
          </ac:spMkLst>
        </pc:spChg>
      </pc:sldChg>
      <pc:sldChg chg="del">
        <pc:chgData name="Anil Kumar S" userId="c4e05c69-1935-4d4e-9a3a-09af90e90761" providerId="ADAL" clId="{6D69B777-F16F-497B-A537-D450B283861C}" dt="2026-05-17T03:13:49.634" v="0" actId="47"/>
        <pc:sldMkLst>
          <pc:docMk/>
          <pc:sldMk cId="0" sldId="263"/>
        </pc:sldMkLst>
      </pc:sldChg>
      <pc:sldChg chg="modSp add mod">
        <pc:chgData name="Anil Kumar S" userId="c4e05c69-1935-4d4e-9a3a-09af90e90761" providerId="ADAL" clId="{6D69B777-F16F-497B-A537-D450B283861C}" dt="2026-05-17T03:23:25.688" v="81"/>
        <pc:sldMkLst>
          <pc:docMk/>
          <pc:sldMk cId="438098212" sldId="263"/>
        </pc:sldMkLst>
        <pc:spChg chg="mod">
          <ac:chgData name="Anil Kumar S" userId="c4e05c69-1935-4d4e-9a3a-09af90e90761" providerId="ADAL" clId="{6D69B777-F16F-497B-A537-D450B283861C}" dt="2026-05-17T03:23:14.183" v="78"/>
          <ac:spMkLst>
            <pc:docMk/>
            <pc:sldMk cId="438098212" sldId="263"/>
            <ac:spMk id="2" creationId="{43C9AF37-A64B-5CE1-757C-FC26A80B2138}"/>
          </ac:spMkLst>
        </pc:spChg>
        <pc:spChg chg="mod">
          <ac:chgData name="Anil Kumar S" userId="c4e05c69-1935-4d4e-9a3a-09af90e90761" providerId="ADAL" clId="{6D69B777-F16F-497B-A537-D450B283861C}" dt="2026-05-17T03:23:25.688" v="81"/>
          <ac:spMkLst>
            <pc:docMk/>
            <pc:sldMk cId="438098212" sldId="263"/>
            <ac:spMk id="4" creationId="{AFC2A00E-52A8-9F68-D55C-4D5738EB12CF}"/>
          </ac:spMkLst>
        </pc:spChg>
      </pc:sldChg>
      <pc:sldChg chg="del">
        <pc:chgData name="Anil Kumar S" userId="c4e05c69-1935-4d4e-9a3a-09af90e90761" providerId="ADAL" clId="{6D69B777-F16F-497B-A537-D450B283861C}" dt="2026-05-17T03:13:49.634" v="0" actId="47"/>
        <pc:sldMkLst>
          <pc:docMk/>
          <pc:sldMk cId="0" sldId="264"/>
        </pc:sldMkLst>
      </pc:sldChg>
      <pc:sldChg chg="modSp add mod">
        <pc:chgData name="Anil Kumar S" userId="c4e05c69-1935-4d4e-9a3a-09af90e90761" providerId="ADAL" clId="{6D69B777-F16F-497B-A537-D450B283861C}" dt="2026-05-17T03:24:10.566" v="91"/>
        <pc:sldMkLst>
          <pc:docMk/>
          <pc:sldMk cId="152168896" sldId="264"/>
        </pc:sldMkLst>
        <pc:spChg chg="mod">
          <ac:chgData name="Anil Kumar S" userId="c4e05c69-1935-4d4e-9a3a-09af90e90761" providerId="ADAL" clId="{6D69B777-F16F-497B-A537-D450B283861C}" dt="2026-05-17T03:23:55.536" v="87"/>
          <ac:spMkLst>
            <pc:docMk/>
            <pc:sldMk cId="152168896" sldId="264"/>
            <ac:spMk id="2" creationId="{ED0B27E2-71B4-7F2F-9252-AAD773549BA2}"/>
          </ac:spMkLst>
        </pc:spChg>
        <pc:spChg chg="mod">
          <ac:chgData name="Anil Kumar S" userId="c4e05c69-1935-4d4e-9a3a-09af90e90761" providerId="ADAL" clId="{6D69B777-F16F-497B-A537-D450B283861C}" dt="2026-05-17T03:24:10.566" v="91"/>
          <ac:spMkLst>
            <pc:docMk/>
            <pc:sldMk cId="152168896" sldId="264"/>
            <ac:spMk id="4" creationId="{02A70699-C688-811C-0BBD-7E0145BCC7CD}"/>
          </ac:spMkLst>
        </pc:spChg>
      </pc:sldChg>
      <pc:sldChg chg="del">
        <pc:chgData name="Anil Kumar S" userId="c4e05c69-1935-4d4e-9a3a-09af90e90761" providerId="ADAL" clId="{6D69B777-F16F-497B-A537-D450B283861C}" dt="2026-05-17T03:13:49.634" v="0" actId="47"/>
        <pc:sldMkLst>
          <pc:docMk/>
          <pc:sldMk cId="0" sldId="265"/>
        </pc:sldMkLst>
      </pc:sldChg>
      <pc:sldChg chg="modSp add mod">
        <pc:chgData name="Anil Kumar S" userId="c4e05c69-1935-4d4e-9a3a-09af90e90761" providerId="ADAL" clId="{6D69B777-F16F-497B-A537-D450B283861C}" dt="2026-05-17T03:24:31.738" v="95"/>
        <pc:sldMkLst>
          <pc:docMk/>
          <pc:sldMk cId="4161691456" sldId="265"/>
        </pc:sldMkLst>
        <pc:spChg chg="mod">
          <ac:chgData name="Anil Kumar S" userId="c4e05c69-1935-4d4e-9a3a-09af90e90761" providerId="ADAL" clId="{6D69B777-F16F-497B-A537-D450B283861C}" dt="2026-05-17T03:24:18.230" v="92"/>
          <ac:spMkLst>
            <pc:docMk/>
            <pc:sldMk cId="4161691456" sldId="265"/>
            <ac:spMk id="2" creationId="{E4C5A4F5-D05B-20C8-DF3E-8F058BD70CF6}"/>
          </ac:spMkLst>
        </pc:spChg>
        <pc:spChg chg="mod">
          <ac:chgData name="Anil Kumar S" userId="c4e05c69-1935-4d4e-9a3a-09af90e90761" providerId="ADAL" clId="{6D69B777-F16F-497B-A537-D450B283861C}" dt="2026-05-17T03:24:31.738" v="95"/>
          <ac:spMkLst>
            <pc:docMk/>
            <pc:sldMk cId="4161691456" sldId="265"/>
            <ac:spMk id="4" creationId="{AD5CB497-AAAD-193F-5A23-CCF365962F0D}"/>
          </ac:spMkLst>
        </pc:spChg>
      </pc:sldChg>
      <pc:sldChg chg="del">
        <pc:chgData name="Anil Kumar S" userId="c4e05c69-1935-4d4e-9a3a-09af90e90761" providerId="ADAL" clId="{6D69B777-F16F-497B-A537-D450B283861C}" dt="2026-05-17T03:13:49.634" v="0" actId="47"/>
        <pc:sldMkLst>
          <pc:docMk/>
          <pc:sldMk cId="0" sldId="266"/>
        </pc:sldMkLst>
      </pc:sldChg>
      <pc:sldChg chg="modSp add mod">
        <pc:chgData name="Anil Kumar S" userId="c4e05c69-1935-4d4e-9a3a-09af90e90761" providerId="ADAL" clId="{6D69B777-F16F-497B-A537-D450B283861C}" dt="2026-05-17T03:24:55.479" v="101" actId="20577"/>
        <pc:sldMkLst>
          <pc:docMk/>
          <pc:sldMk cId="1566806147" sldId="266"/>
        </pc:sldMkLst>
        <pc:spChg chg="mod">
          <ac:chgData name="Anil Kumar S" userId="c4e05c69-1935-4d4e-9a3a-09af90e90761" providerId="ADAL" clId="{6D69B777-F16F-497B-A537-D450B283861C}" dt="2026-05-17T03:24:43.457" v="98" actId="6549"/>
          <ac:spMkLst>
            <pc:docMk/>
            <pc:sldMk cId="1566806147" sldId="266"/>
            <ac:spMk id="2" creationId="{3564AF0F-0994-F338-FDF9-E11D60FBBD62}"/>
          </ac:spMkLst>
        </pc:spChg>
        <pc:spChg chg="mod">
          <ac:chgData name="Anil Kumar S" userId="c4e05c69-1935-4d4e-9a3a-09af90e90761" providerId="ADAL" clId="{6D69B777-F16F-497B-A537-D450B283861C}" dt="2026-05-17T03:24:55.479" v="101" actId="20577"/>
          <ac:spMkLst>
            <pc:docMk/>
            <pc:sldMk cId="1566806147" sldId="266"/>
            <ac:spMk id="4" creationId="{06AD6B7C-0C2A-EE0F-7BB3-422F58598F05}"/>
          </ac:spMkLst>
        </pc:spChg>
      </pc:sldChg>
      <pc:sldChg chg="del">
        <pc:chgData name="Anil Kumar S" userId="c4e05c69-1935-4d4e-9a3a-09af90e90761" providerId="ADAL" clId="{6D69B777-F16F-497B-A537-D450B283861C}" dt="2026-05-17T03:13:49.634" v="0" actId="47"/>
        <pc:sldMkLst>
          <pc:docMk/>
          <pc:sldMk cId="0" sldId="267"/>
        </pc:sldMkLst>
      </pc:sldChg>
      <pc:sldChg chg="del">
        <pc:chgData name="Anil Kumar S" userId="c4e05c69-1935-4d4e-9a3a-09af90e90761" providerId="ADAL" clId="{6D69B777-F16F-497B-A537-D450B283861C}" dt="2026-05-17T03:13:49.634" v="0" actId="47"/>
        <pc:sldMkLst>
          <pc:docMk/>
          <pc:sldMk cId="0" sldId="268"/>
        </pc:sldMkLst>
      </pc:sldChg>
      <pc:sldChg chg="del">
        <pc:chgData name="Anil Kumar S" userId="c4e05c69-1935-4d4e-9a3a-09af90e90761" providerId="ADAL" clId="{6D69B777-F16F-497B-A537-D450B283861C}" dt="2026-05-17T03:13:49.634" v="0" actId="47"/>
        <pc:sldMkLst>
          <pc:docMk/>
          <pc:sldMk cId="0" sldId="269"/>
        </pc:sldMkLst>
      </pc:sldChg>
      <pc:sldChg chg="del">
        <pc:chgData name="Anil Kumar S" userId="c4e05c69-1935-4d4e-9a3a-09af90e90761" providerId="ADAL" clId="{6D69B777-F16F-497B-A537-D450B283861C}" dt="2026-05-17T03:13:49.634" v="0" actId="47"/>
        <pc:sldMkLst>
          <pc:docMk/>
          <pc:sldMk cId="0" sldId="270"/>
        </pc:sldMkLst>
      </pc:sldChg>
      <pc:sldChg chg="del">
        <pc:chgData name="Anil Kumar S" userId="c4e05c69-1935-4d4e-9a3a-09af90e90761" providerId="ADAL" clId="{6D69B777-F16F-497B-A537-D450B283861C}" dt="2026-05-17T03:13:49.634" v="0" actId="47"/>
        <pc:sldMkLst>
          <pc:docMk/>
          <pc:sldMk cId="0" sldId="271"/>
        </pc:sldMkLst>
      </pc:sldChg>
      <pc:sldChg chg="del">
        <pc:chgData name="Anil Kumar S" userId="c4e05c69-1935-4d4e-9a3a-09af90e90761" providerId="ADAL" clId="{6D69B777-F16F-497B-A537-D450B283861C}" dt="2026-05-17T03:13:49.634" v="0" actId="47"/>
        <pc:sldMkLst>
          <pc:docMk/>
          <pc:sldMk cId="0" sldId="272"/>
        </pc:sldMkLst>
      </pc:sldChg>
      <pc:sldChg chg="del">
        <pc:chgData name="Anil Kumar S" userId="c4e05c69-1935-4d4e-9a3a-09af90e90761" providerId="ADAL" clId="{6D69B777-F16F-497B-A537-D450B283861C}" dt="2026-05-17T03:13:49.634" v="0" actId="47"/>
        <pc:sldMkLst>
          <pc:docMk/>
          <pc:sldMk cId="0" sldId="273"/>
        </pc:sldMkLst>
      </pc:sldChg>
      <pc:sldChg chg="del">
        <pc:chgData name="Anil Kumar S" userId="c4e05c69-1935-4d4e-9a3a-09af90e90761" providerId="ADAL" clId="{6D69B777-F16F-497B-A537-D450B283861C}" dt="2026-05-17T03:13:49.634" v="0" actId="47"/>
        <pc:sldMkLst>
          <pc:docMk/>
          <pc:sldMk cId="0" sldId="274"/>
        </pc:sldMkLst>
      </pc:sldChg>
      <pc:sldChg chg="del">
        <pc:chgData name="Anil Kumar S" userId="c4e05c69-1935-4d4e-9a3a-09af90e90761" providerId="ADAL" clId="{6D69B777-F16F-497B-A537-D450B283861C}" dt="2026-05-17T03:13:49.634" v="0" actId="47"/>
        <pc:sldMkLst>
          <pc:docMk/>
          <pc:sldMk cId="0" sldId="275"/>
        </pc:sldMkLst>
      </pc:sldChg>
      <pc:sldChg chg="del">
        <pc:chgData name="Anil Kumar S" userId="c4e05c69-1935-4d4e-9a3a-09af90e90761" providerId="ADAL" clId="{6D69B777-F16F-497B-A537-D450B283861C}" dt="2026-05-17T03:13:49.634" v="0" actId="47"/>
        <pc:sldMkLst>
          <pc:docMk/>
          <pc:sldMk cId="0" sldId="276"/>
        </pc:sldMkLst>
      </pc:sldChg>
      <pc:sldChg chg="del">
        <pc:chgData name="Anil Kumar S" userId="c4e05c69-1935-4d4e-9a3a-09af90e90761" providerId="ADAL" clId="{6D69B777-F16F-497B-A537-D450B283861C}" dt="2026-05-17T03:13:49.634" v="0" actId="47"/>
        <pc:sldMkLst>
          <pc:docMk/>
          <pc:sldMk cId="0" sldId="277"/>
        </pc:sldMkLst>
      </pc:sldChg>
      <pc:sldChg chg="del">
        <pc:chgData name="Anil Kumar S" userId="c4e05c69-1935-4d4e-9a3a-09af90e90761" providerId="ADAL" clId="{6D69B777-F16F-497B-A537-D450B283861C}" dt="2026-05-17T03:13:49.634" v="0" actId="47"/>
        <pc:sldMkLst>
          <pc:docMk/>
          <pc:sldMk cId="0" sldId="278"/>
        </pc:sldMkLst>
      </pc:sldChg>
      <pc:sldChg chg="del">
        <pc:chgData name="Anil Kumar S" userId="c4e05c69-1935-4d4e-9a3a-09af90e90761" providerId="ADAL" clId="{6D69B777-F16F-497B-A537-D450B283861C}" dt="2026-05-17T03:13:49.634" v="0" actId="47"/>
        <pc:sldMkLst>
          <pc:docMk/>
          <pc:sldMk cId="0" sldId="279"/>
        </pc:sldMkLst>
      </pc:sldChg>
      <pc:sldChg chg="del">
        <pc:chgData name="Anil Kumar S" userId="c4e05c69-1935-4d4e-9a3a-09af90e90761" providerId="ADAL" clId="{6D69B777-F16F-497B-A537-D450B283861C}" dt="2026-05-17T03:13:49.634" v="0" actId="47"/>
        <pc:sldMkLst>
          <pc:docMk/>
          <pc:sldMk cId="0" sldId="280"/>
        </pc:sldMkLst>
      </pc:sldChg>
      <pc:sldChg chg="del">
        <pc:chgData name="Anil Kumar S" userId="c4e05c69-1935-4d4e-9a3a-09af90e90761" providerId="ADAL" clId="{6D69B777-F16F-497B-A537-D450B283861C}" dt="2026-05-17T03:13:49.634" v="0" actId="47"/>
        <pc:sldMkLst>
          <pc:docMk/>
          <pc:sldMk cId="0" sldId="281"/>
        </pc:sldMkLst>
      </pc:sldChg>
      <pc:sldChg chg="del">
        <pc:chgData name="Anil Kumar S" userId="c4e05c69-1935-4d4e-9a3a-09af90e90761" providerId="ADAL" clId="{6D69B777-F16F-497B-A537-D450B283861C}" dt="2026-05-17T03:13:49.634" v="0" actId="47"/>
        <pc:sldMkLst>
          <pc:docMk/>
          <pc:sldMk cId="0" sldId="282"/>
        </pc:sldMkLst>
      </pc:sldChg>
      <pc:sldChg chg="del">
        <pc:chgData name="Anil Kumar S" userId="c4e05c69-1935-4d4e-9a3a-09af90e90761" providerId="ADAL" clId="{6D69B777-F16F-497B-A537-D450B283861C}" dt="2026-05-17T03:13:49.634" v="0" actId="47"/>
        <pc:sldMkLst>
          <pc:docMk/>
          <pc:sldMk cId="0" sldId="283"/>
        </pc:sldMkLst>
      </pc:sldChg>
      <pc:sldChg chg="del">
        <pc:chgData name="Anil Kumar S" userId="c4e05c69-1935-4d4e-9a3a-09af90e90761" providerId="ADAL" clId="{6D69B777-F16F-497B-A537-D450B283861C}" dt="2026-05-17T03:13:49.634" v="0" actId="47"/>
        <pc:sldMkLst>
          <pc:docMk/>
          <pc:sldMk cId="0" sldId="284"/>
        </pc:sldMkLst>
      </pc:sldChg>
      <pc:sldChg chg="del">
        <pc:chgData name="Anil Kumar S" userId="c4e05c69-1935-4d4e-9a3a-09af90e90761" providerId="ADAL" clId="{6D69B777-F16F-497B-A537-D450B283861C}" dt="2026-05-17T03:13:49.634" v="0" actId="47"/>
        <pc:sldMkLst>
          <pc:docMk/>
          <pc:sldMk cId="0" sldId="285"/>
        </pc:sldMkLst>
      </pc:sldChg>
      <pc:sldChg chg="del">
        <pc:chgData name="Anil Kumar S" userId="c4e05c69-1935-4d4e-9a3a-09af90e90761" providerId="ADAL" clId="{6D69B777-F16F-497B-A537-D450B283861C}" dt="2026-05-17T03:13:49.634" v="0" actId="47"/>
        <pc:sldMkLst>
          <pc:docMk/>
          <pc:sldMk cId="0" sldId="286"/>
        </pc:sldMkLst>
      </pc:sldChg>
      <pc:sldChg chg="del">
        <pc:chgData name="Anil Kumar S" userId="c4e05c69-1935-4d4e-9a3a-09af90e90761" providerId="ADAL" clId="{6D69B777-F16F-497B-A537-D450B283861C}" dt="2026-05-17T03:13:49.634" v="0" actId="47"/>
        <pc:sldMkLst>
          <pc:docMk/>
          <pc:sldMk cId="0" sldId="287"/>
        </pc:sldMkLst>
      </pc:sldChg>
      <pc:sldChg chg="del">
        <pc:chgData name="Anil Kumar S" userId="c4e05c69-1935-4d4e-9a3a-09af90e90761" providerId="ADAL" clId="{6D69B777-F16F-497B-A537-D450B283861C}" dt="2026-05-17T03:13:49.634" v="0" actId="47"/>
        <pc:sldMkLst>
          <pc:docMk/>
          <pc:sldMk cId="0" sldId="288"/>
        </pc:sldMkLst>
      </pc:sldChg>
      <pc:sldChg chg="del">
        <pc:chgData name="Anil Kumar S" userId="c4e05c69-1935-4d4e-9a3a-09af90e90761" providerId="ADAL" clId="{6D69B777-F16F-497B-A537-D450B283861C}" dt="2026-05-17T03:13:49.634" v="0" actId="47"/>
        <pc:sldMkLst>
          <pc:docMk/>
          <pc:sldMk cId="0" sldId="289"/>
        </pc:sldMkLst>
      </pc:sldChg>
      <pc:sldChg chg="del">
        <pc:chgData name="Anil Kumar S" userId="c4e05c69-1935-4d4e-9a3a-09af90e90761" providerId="ADAL" clId="{6D69B777-F16F-497B-A537-D450B283861C}" dt="2026-05-17T03:13:49.634" v="0" actId="47"/>
        <pc:sldMkLst>
          <pc:docMk/>
          <pc:sldMk cId="0" sldId="290"/>
        </pc:sldMkLst>
      </pc:sldChg>
      <pc:sldChg chg="del">
        <pc:chgData name="Anil Kumar S" userId="c4e05c69-1935-4d4e-9a3a-09af90e90761" providerId="ADAL" clId="{6D69B777-F16F-497B-A537-D450B283861C}" dt="2026-05-17T03:13:49.634" v="0" actId="47"/>
        <pc:sldMkLst>
          <pc:docMk/>
          <pc:sldMk cId="0" sldId="291"/>
        </pc:sldMkLst>
      </pc:sldChg>
      <pc:sldChg chg="del">
        <pc:chgData name="Anil Kumar S" userId="c4e05c69-1935-4d4e-9a3a-09af90e90761" providerId="ADAL" clId="{6D69B777-F16F-497B-A537-D450B283861C}" dt="2026-05-17T03:13:49.634" v="0" actId="47"/>
        <pc:sldMkLst>
          <pc:docMk/>
          <pc:sldMk cId="0" sldId="293"/>
        </pc:sldMkLst>
      </pc:sldChg>
      <pc:sldChg chg="del">
        <pc:chgData name="Anil Kumar S" userId="c4e05c69-1935-4d4e-9a3a-09af90e90761" providerId="ADAL" clId="{6D69B777-F16F-497B-A537-D450B283861C}" dt="2026-05-17T03:13:49.634" v="0" actId="47"/>
        <pc:sldMkLst>
          <pc:docMk/>
          <pc:sldMk cId="917337155" sldId="29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p:cNvGrpSpPr/>
        <p:nvPr/>
      </p:nvGrpSpPr>
      <p:grpSpPr>
        <a:xfrm>
          <a:off x="0" y="0"/>
          <a:ext cx="0" cy="0"/>
          <a:chOff x="0" y="0"/>
          <a:chExt cx="0" cy="0"/>
        </a:xfrm>
      </p:grpSpPr>
      <p:sp>
        <p:nvSpPr>
          <p:cNvPr id="2" name="TextBox 1"/>
          <p:cNvSpPr txBox="1"/>
          <p:nvPr/>
        </p:nvSpPr>
        <p:spPr>
          <a:xfrm>
            <a:off x="365760" y="1737360"/>
            <a:ext cx="11457432" cy="1569660"/>
          </a:xfrm>
          <a:prstGeom prst="rect">
            <a:avLst/>
          </a:prstGeom>
          <a:noFill/>
        </p:spPr>
        <p:txBody>
          <a:bodyPr wrap="square">
            <a:spAutoFit/>
          </a:bodyPr>
          <a:lstStyle/>
          <a:p>
            <a:pPr algn="ctr"/>
            <a:r>
              <a:rPr lang="en-IN" sz="4800" b="1" i="0" dirty="0">
                <a:solidFill>
                  <a:srgbClr val="FFFFFF"/>
                </a:solidFill>
                <a:latin typeface="Aptos Narrow"/>
              </a:rPr>
              <a:t>Smart Prompting in Claude </a:t>
            </a:r>
          </a:p>
          <a:p>
            <a:pPr algn="ctr"/>
            <a:r>
              <a:rPr lang="en-IN" sz="4800" b="1" i="0" dirty="0">
                <a:solidFill>
                  <a:srgbClr val="FFFFFF"/>
                </a:solidFill>
                <a:latin typeface="Aptos Narrow"/>
              </a:rPr>
              <a:t>to Save usage (Pro)</a:t>
            </a:r>
            <a:endParaRPr sz="4800" b="1" i="0" dirty="0">
              <a:solidFill>
                <a:srgbClr val="FFFFFF"/>
              </a:solidFill>
              <a:latin typeface="Aptos Narrow"/>
            </a:endParaRPr>
          </a:p>
        </p:txBody>
      </p:sp>
      <p:sp>
        <p:nvSpPr>
          <p:cNvPr id="3" name="TextBox 2"/>
          <p:cNvSpPr txBox="1"/>
          <p:nvPr/>
        </p:nvSpPr>
        <p:spPr>
          <a:xfrm>
            <a:off x="365760" y="4023360"/>
            <a:ext cx="11457432" cy="523220"/>
          </a:xfrm>
          <a:prstGeom prst="rect">
            <a:avLst/>
          </a:prstGeom>
          <a:noFill/>
        </p:spPr>
        <p:txBody>
          <a:bodyPr wrap="square">
            <a:spAutoFit/>
          </a:bodyPr>
          <a:lstStyle/>
          <a:p>
            <a:pPr algn="ctr"/>
            <a:r>
              <a:rPr lang="en-IN" sz="2800" b="0" i="0" dirty="0">
                <a:solidFill>
                  <a:srgbClr val="00D4AA"/>
                </a:solidFill>
                <a:latin typeface="Aptos Narrow"/>
              </a:rPr>
              <a:t>Gen AI for Data Engineering</a:t>
            </a:r>
            <a:endParaRPr sz="2800" b="0" i="0" dirty="0">
              <a:solidFill>
                <a:srgbClr val="00D4AA"/>
              </a:solidFill>
              <a:latin typeface="Aptos Narrow"/>
            </a:endParaRPr>
          </a:p>
        </p:txBody>
      </p:sp>
      <p:sp>
        <p:nvSpPr>
          <p:cNvPr id="4" name="Rectangle 3"/>
          <p:cNvSpPr/>
          <p:nvPr/>
        </p:nvSpPr>
        <p:spPr>
          <a:xfrm>
            <a:off x="3200400" y="4709160"/>
            <a:ext cx="5788152" cy="4572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365760" y="4892040"/>
            <a:ext cx="11457432" cy="400110"/>
          </a:xfrm>
          <a:prstGeom prst="rect">
            <a:avLst/>
          </a:prstGeom>
          <a:noFill/>
        </p:spPr>
        <p:txBody>
          <a:bodyPr wrap="square">
            <a:spAutoFit/>
          </a:bodyPr>
          <a:lstStyle/>
          <a:p>
            <a:pPr algn="ctr"/>
            <a:r>
              <a:rPr lang="en-IN" sz="2000" b="0" i="0" dirty="0">
                <a:solidFill>
                  <a:srgbClr val="BBC8D8"/>
                </a:solidFill>
                <a:latin typeface="Aptos Narrow"/>
              </a:rPr>
              <a:t>18 May 2026</a:t>
            </a:r>
            <a:endParaRPr sz="2000" b="0" i="0" dirty="0">
              <a:solidFill>
                <a:srgbClr val="BBC8D8"/>
              </a:solidFill>
              <a:latin typeface="Aptos Narrow"/>
            </a:endParaRPr>
          </a:p>
        </p:txBody>
      </p:sp>
      <p:pic>
        <p:nvPicPr>
          <p:cNvPr id="6" name="Picture 5" descr="File:Claude AI logo.svg - Wikimedia Commons">
            <a:extLst>
              <a:ext uri="{FF2B5EF4-FFF2-40B4-BE49-F238E27FC236}">
                <a16:creationId xmlns:a16="http://schemas.microsoft.com/office/drawing/2014/main" id="{DCC1E69C-BB91-FFB9-2DC8-6A32ABEE07E8}"/>
              </a:ext>
            </a:extLst>
          </p:cNvPr>
          <p:cNvPicPr>
            <a:picLocks noChangeAspect="1"/>
          </p:cNvPicPr>
          <p:nvPr/>
        </p:nvPicPr>
        <p:blipFill>
          <a:blip r:embed="rId2"/>
          <a:stretch>
            <a:fillRect/>
          </a:stretch>
        </p:blipFill>
        <p:spPr>
          <a:xfrm>
            <a:off x="4086225" y="255556"/>
            <a:ext cx="3562350" cy="7654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p:cNvGrpSpPr/>
        <p:nvPr/>
      </p:nvGrpSpPr>
      <p:grpSpPr>
        <a:xfrm>
          <a:off x="0" y="0"/>
          <a:ext cx="0" cy="0"/>
          <a:chOff x="0" y="0"/>
          <a:chExt cx="0" cy="0"/>
        </a:xfrm>
      </p:grpSpPr>
      <p:sp>
        <p:nvSpPr>
          <p:cNvPr id="2" name="TextBox 1"/>
          <p:cNvSpPr txBox="1"/>
          <p:nvPr/>
        </p:nvSpPr>
        <p:spPr>
          <a:xfrm>
            <a:off x="365760" y="182880"/>
            <a:ext cx="11457432" cy="646331"/>
          </a:xfrm>
          <a:prstGeom prst="rect">
            <a:avLst/>
          </a:prstGeom>
          <a:noFill/>
        </p:spPr>
        <p:txBody>
          <a:bodyPr wrap="square">
            <a:spAutoFit/>
          </a:bodyPr>
          <a:lstStyle/>
          <a:p>
            <a:r>
              <a:rPr lang="en-US" sz="3600" b="1" dirty="0">
                <a:solidFill>
                  <a:srgbClr val="FFFFFF"/>
                </a:solidFill>
                <a:latin typeface="Aptos Narrow"/>
              </a:rPr>
              <a:t>1. Edit the prompt, do not add follow-ups</a:t>
            </a:r>
            <a:endParaRPr sz="3600" b="1" i="0" dirty="0">
              <a:solidFill>
                <a:srgbClr val="FFFFFF"/>
              </a:solidFill>
              <a:latin typeface="Aptos Narrow"/>
            </a:endParaRPr>
          </a:p>
        </p:txBody>
      </p:sp>
      <p:sp>
        <p:nvSpPr>
          <p:cNvPr id="3" name="Rectangle 2"/>
          <p:cNvSpPr/>
          <p:nvPr/>
        </p:nvSpPr>
        <p:spPr>
          <a:xfrm>
            <a:off x="365760" y="1115568"/>
            <a:ext cx="11457432"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p:cNvSpPr txBox="1"/>
          <p:nvPr/>
        </p:nvSpPr>
        <p:spPr>
          <a:xfrm>
            <a:off x="365760" y="1588008"/>
            <a:ext cx="11457432" cy="3970318"/>
          </a:xfrm>
          <a:prstGeom prst="rect">
            <a:avLst/>
          </a:prstGeom>
          <a:noFill/>
        </p:spPr>
        <p:txBody>
          <a:bodyPr wrap="square">
            <a:spAutoFit/>
          </a:bodyPr>
          <a:lstStyle/>
          <a:p>
            <a:pPr algn="just"/>
            <a:r>
              <a:rPr lang="en-US" sz="2800" dirty="0">
                <a:solidFill>
                  <a:srgbClr val="FFFFFF"/>
                </a:solidFill>
                <a:latin typeface="Aptos Narrow"/>
              </a:rPr>
              <a:t>Each follow-up message accumulates history and consumes more tokens. When Claude misses the mark, click the edit icon on your original message, correct the prompt, and regenerate the response. Correct the prompt, do not accumulate the chat.</a:t>
            </a:r>
          </a:p>
          <a:p>
            <a:endParaRPr lang="en-US" sz="2800" dirty="0">
              <a:solidFill>
                <a:srgbClr val="FFFFFF"/>
              </a:solidFill>
              <a:latin typeface="Aptos Narrow"/>
            </a:endParaRPr>
          </a:p>
          <a:p>
            <a:pPr algn="just"/>
            <a:r>
              <a:rPr lang="en-US" sz="2800" b="1" u="sng" dirty="0">
                <a:solidFill>
                  <a:srgbClr val="FFC000"/>
                </a:solidFill>
                <a:latin typeface="Aptos Narrow"/>
              </a:rPr>
              <a:t>Suggested Prompt</a:t>
            </a:r>
          </a:p>
          <a:p>
            <a:pPr algn="just"/>
            <a:endParaRPr lang="en-US" sz="2800" b="1" u="sng" dirty="0">
              <a:solidFill>
                <a:srgbClr val="FFC000"/>
              </a:solidFill>
              <a:latin typeface="Aptos Narrow"/>
            </a:endParaRPr>
          </a:p>
          <a:p>
            <a:r>
              <a:rPr lang="en-US" sz="2800" dirty="0">
                <a:solidFill>
                  <a:srgbClr val="FFFFFF"/>
                </a:solidFill>
                <a:latin typeface="Aptos Narrow"/>
              </a:rPr>
              <a:t>← Use the icon next to your message to edit it and press ↵ to regenerate the response.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a:extLst>
            <a:ext uri="{FF2B5EF4-FFF2-40B4-BE49-F238E27FC236}">
              <a16:creationId xmlns:a16="http://schemas.microsoft.com/office/drawing/2014/main" id="{58C65414-D47D-ACCD-DD50-71A271C451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E4E6F1-3B3E-EB31-5D3A-E12A47911978}"/>
              </a:ext>
            </a:extLst>
          </p:cNvPr>
          <p:cNvSpPr txBox="1"/>
          <p:nvPr/>
        </p:nvSpPr>
        <p:spPr>
          <a:xfrm>
            <a:off x="365760" y="182880"/>
            <a:ext cx="11457432" cy="646331"/>
          </a:xfrm>
          <a:prstGeom prst="rect">
            <a:avLst/>
          </a:prstGeom>
          <a:noFill/>
        </p:spPr>
        <p:txBody>
          <a:bodyPr wrap="square">
            <a:spAutoFit/>
          </a:bodyPr>
          <a:lstStyle/>
          <a:p>
            <a:r>
              <a:rPr lang="en-US" sz="3600" b="1" dirty="0">
                <a:solidFill>
                  <a:srgbClr val="FFFFFF"/>
                </a:solidFill>
                <a:latin typeface="Aptos Narrow"/>
              </a:rPr>
              <a:t>2.New conversation every 20 messages</a:t>
            </a:r>
            <a:endParaRPr sz="3600" b="1" i="0" dirty="0">
              <a:solidFill>
                <a:srgbClr val="FFFFFF"/>
              </a:solidFill>
              <a:latin typeface="Aptos Narrow"/>
            </a:endParaRPr>
          </a:p>
        </p:txBody>
      </p:sp>
      <p:sp>
        <p:nvSpPr>
          <p:cNvPr id="3" name="Rectangle 2">
            <a:extLst>
              <a:ext uri="{FF2B5EF4-FFF2-40B4-BE49-F238E27FC236}">
                <a16:creationId xmlns:a16="http://schemas.microsoft.com/office/drawing/2014/main" id="{8F14C35B-15AB-3355-52B7-979C8DF64E09}"/>
              </a:ext>
            </a:extLst>
          </p:cNvPr>
          <p:cNvSpPr/>
          <p:nvPr/>
        </p:nvSpPr>
        <p:spPr>
          <a:xfrm>
            <a:off x="365760" y="1115568"/>
            <a:ext cx="11457432"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a:extLst>
              <a:ext uri="{FF2B5EF4-FFF2-40B4-BE49-F238E27FC236}">
                <a16:creationId xmlns:a16="http://schemas.microsoft.com/office/drawing/2014/main" id="{C2D5578F-4F64-A652-C347-22ACF3C44CCD}"/>
              </a:ext>
            </a:extLst>
          </p:cNvPr>
          <p:cNvSpPr txBox="1"/>
          <p:nvPr/>
        </p:nvSpPr>
        <p:spPr>
          <a:xfrm>
            <a:off x="365760" y="1588008"/>
            <a:ext cx="11457432" cy="4401205"/>
          </a:xfrm>
          <a:prstGeom prst="rect">
            <a:avLst/>
          </a:prstGeom>
          <a:noFill/>
        </p:spPr>
        <p:txBody>
          <a:bodyPr wrap="square">
            <a:spAutoFit/>
          </a:bodyPr>
          <a:lstStyle/>
          <a:p>
            <a:pPr algn="just"/>
            <a:r>
              <a:rPr lang="en-US" sz="2800" dirty="0">
                <a:solidFill>
                  <a:srgbClr val="FFFFFF"/>
                </a:solidFill>
                <a:latin typeface="Aptos Narrow"/>
              </a:rPr>
              <a:t>Claude re-reads the entire history on each turn. Starting from message 30, a simple question can cost 50,000 tokens. Ask it for a summary, copy it, open a new chat, and paste it. Long conversations are expensive.</a:t>
            </a:r>
          </a:p>
          <a:p>
            <a:pPr algn="just"/>
            <a:endParaRPr lang="en-US" sz="2800" dirty="0">
              <a:solidFill>
                <a:srgbClr val="FFFFFF"/>
              </a:solidFill>
              <a:latin typeface="Aptos Narrow"/>
            </a:endParaRPr>
          </a:p>
          <a:p>
            <a:pPr algn="just"/>
            <a:r>
              <a:rPr lang="en-US" sz="2800" b="1" u="sng" dirty="0">
                <a:solidFill>
                  <a:srgbClr val="FFC000"/>
                </a:solidFill>
                <a:latin typeface="Aptos Narrow"/>
              </a:rPr>
              <a:t>Suggested Prompt</a:t>
            </a:r>
          </a:p>
          <a:p>
            <a:pPr algn="just"/>
            <a:endParaRPr lang="en-US" sz="2800" b="1" dirty="0">
              <a:solidFill>
                <a:srgbClr val="FFC000"/>
              </a:solidFill>
              <a:latin typeface="Aptos Narrow"/>
            </a:endParaRPr>
          </a:p>
          <a:p>
            <a:pPr algn="just"/>
            <a:r>
              <a:rPr lang="en-US" sz="2800" dirty="0">
                <a:solidFill>
                  <a:srgbClr val="FFFFFF"/>
                </a:solidFill>
                <a:latin typeface="Aptos Narrow"/>
              </a:rPr>
              <a:t>Summarize the key points of this conversation in 5 concise bullets, including the essential context, decisions made, and next steps, so I can continue in a new chat.</a:t>
            </a:r>
          </a:p>
          <a:p>
            <a:r>
              <a:rPr lang="en-US" sz="2800" dirty="0">
                <a:solidFill>
                  <a:srgbClr val="FFFFFF"/>
                </a:solidFill>
                <a:latin typeface="Aptos Narrow"/>
              </a:rPr>
              <a:t>.</a:t>
            </a:r>
          </a:p>
        </p:txBody>
      </p:sp>
    </p:spTree>
    <p:extLst>
      <p:ext uri="{BB962C8B-B14F-4D97-AF65-F5344CB8AC3E}">
        <p14:creationId xmlns:p14="http://schemas.microsoft.com/office/powerpoint/2010/main" val="4157208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a:extLst>
            <a:ext uri="{FF2B5EF4-FFF2-40B4-BE49-F238E27FC236}">
              <a16:creationId xmlns:a16="http://schemas.microsoft.com/office/drawing/2014/main" id="{511A7570-FFFC-BE72-5E11-F440F65FD3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840735-5945-36A2-3B2E-F93C4EFC72D4}"/>
              </a:ext>
            </a:extLst>
          </p:cNvPr>
          <p:cNvSpPr txBox="1"/>
          <p:nvPr/>
        </p:nvSpPr>
        <p:spPr>
          <a:xfrm>
            <a:off x="365760" y="182880"/>
            <a:ext cx="11457432" cy="646331"/>
          </a:xfrm>
          <a:prstGeom prst="rect">
            <a:avLst/>
          </a:prstGeom>
          <a:noFill/>
        </p:spPr>
        <p:txBody>
          <a:bodyPr wrap="square">
            <a:spAutoFit/>
          </a:bodyPr>
          <a:lstStyle/>
          <a:p>
            <a:r>
              <a:rPr lang="en-US" sz="3600" b="1" dirty="0">
                <a:solidFill>
                  <a:srgbClr val="FFFFFF"/>
                </a:solidFill>
                <a:latin typeface="Aptos Narrow"/>
              </a:rPr>
              <a:t>3. Group several questions into a single message</a:t>
            </a:r>
            <a:endParaRPr sz="3600" b="1" i="0" dirty="0">
              <a:solidFill>
                <a:srgbClr val="FFFFFF"/>
              </a:solidFill>
              <a:latin typeface="Aptos Narrow"/>
            </a:endParaRPr>
          </a:p>
        </p:txBody>
      </p:sp>
      <p:sp>
        <p:nvSpPr>
          <p:cNvPr id="3" name="Rectangle 2">
            <a:extLst>
              <a:ext uri="{FF2B5EF4-FFF2-40B4-BE49-F238E27FC236}">
                <a16:creationId xmlns:a16="http://schemas.microsoft.com/office/drawing/2014/main" id="{C8C8DB51-6004-01F2-C42D-47789834C19F}"/>
              </a:ext>
            </a:extLst>
          </p:cNvPr>
          <p:cNvSpPr/>
          <p:nvPr/>
        </p:nvSpPr>
        <p:spPr>
          <a:xfrm>
            <a:off x="365760" y="1115568"/>
            <a:ext cx="11457432"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a:extLst>
              <a:ext uri="{FF2B5EF4-FFF2-40B4-BE49-F238E27FC236}">
                <a16:creationId xmlns:a16="http://schemas.microsoft.com/office/drawing/2014/main" id="{C9AE0483-7617-BD08-F650-87C234C5F617}"/>
              </a:ext>
            </a:extLst>
          </p:cNvPr>
          <p:cNvSpPr txBox="1"/>
          <p:nvPr/>
        </p:nvSpPr>
        <p:spPr>
          <a:xfrm>
            <a:off x="365760" y="1588008"/>
            <a:ext cx="11457432" cy="4832092"/>
          </a:xfrm>
          <a:prstGeom prst="rect">
            <a:avLst/>
          </a:prstGeom>
          <a:noFill/>
        </p:spPr>
        <p:txBody>
          <a:bodyPr wrap="square">
            <a:spAutoFit/>
          </a:bodyPr>
          <a:lstStyle/>
          <a:p>
            <a:pPr algn="just"/>
            <a:r>
              <a:rPr lang="en-US" sz="2800" dirty="0">
                <a:solidFill>
                  <a:srgbClr val="FFFFFF"/>
                </a:solidFill>
                <a:latin typeface="Aptos Narrow"/>
              </a:rPr>
              <a:t>Instead of sending three separate messages, combine them into one. A single turn costs much less than three. The responses are also better because Claude has a complete view of the goal.</a:t>
            </a:r>
          </a:p>
          <a:p>
            <a:pPr algn="just"/>
            <a:endParaRPr lang="en-US" sz="2800" dirty="0">
              <a:solidFill>
                <a:srgbClr val="FFFFFF"/>
              </a:solidFill>
              <a:latin typeface="Aptos Narrow"/>
            </a:endParaRPr>
          </a:p>
          <a:p>
            <a:pPr algn="just"/>
            <a:r>
              <a:rPr lang="en-US" sz="2800" b="1" u="sng" dirty="0">
                <a:solidFill>
                  <a:srgbClr val="FFC000"/>
                </a:solidFill>
                <a:latin typeface="Aptos Narrow"/>
              </a:rPr>
              <a:t>Suggested Prompt</a:t>
            </a:r>
          </a:p>
          <a:p>
            <a:pPr algn="just"/>
            <a:endParaRPr lang="en-US" sz="2800" b="1" dirty="0">
              <a:solidFill>
                <a:srgbClr val="FFC000"/>
              </a:solidFill>
              <a:latin typeface="Aptos Narrow"/>
            </a:endParaRPr>
          </a:p>
          <a:p>
            <a:pPr algn="just"/>
            <a:r>
              <a:rPr lang="en-US" sz="2800" dirty="0">
                <a:solidFill>
                  <a:srgbClr val="FFFFFF"/>
                </a:solidFill>
                <a:latin typeface="Aptos Narrow"/>
              </a:rPr>
              <a:t>I need three things from this article:</a:t>
            </a:r>
          </a:p>
          <a:p>
            <a:pPr algn="just"/>
            <a:endParaRPr lang="en-US" sz="2800" dirty="0">
              <a:solidFill>
                <a:srgbClr val="FFFFFF"/>
              </a:solidFill>
              <a:latin typeface="Aptos Narrow"/>
            </a:endParaRPr>
          </a:p>
          <a:p>
            <a:pPr algn="just"/>
            <a:r>
              <a:rPr lang="en-US" sz="2800" dirty="0">
                <a:solidFill>
                  <a:srgbClr val="FFFFFF"/>
                </a:solidFill>
                <a:latin typeface="Aptos Narrow"/>
              </a:rPr>
              <a:t>1. A 3-sentence summary.</a:t>
            </a:r>
          </a:p>
          <a:p>
            <a:pPr algn="just"/>
            <a:r>
              <a:rPr lang="en-US" sz="2800" dirty="0">
                <a:solidFill>
                  <a:srgbClr val="FFFFFF"/>
                </a:solidFill>
                <a:latin typeface="Aptos Narrow"/>
              </a:rPr>
              <a:t>2. The 5 main points in bullets.</a:t>
            </a:r>
          </a:p>
          <a:p>
            <a:pPr algn="just"/>
            <a:r>
              <a:rPr lang="en-US" sz="2800" dirty="0">
                <a:solidFill>
                  <a:srgbClr val="FFFFFF"/>
                </a:solidFill>
                <a:latin typeface="Aptos Narrow"/>
              </a:rPr>
              <a:t>3. A social media-optimized headline.</a:t>
            </a:r>
          </a:p>
        </p:txBody>
      </p:sp>
    </p:spTree>
    <p:extLst>
      <p:ext uri="{BB962C8B-B14F-4D97-AF65-F5344CB8AC3E}">
        <p14:creationId xmlns:p14="http://schemas.microsoft.com/office/powerpoint/2010/main" val="3886030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a:extLst>
            <a:ext uri="{FF2B5EF4-FFF2-40B4-BE49-F238E27FC236}">
              <a16:creationId xmlns:a16="http://schemas.microsoft.com/office/drawing/2014/main" id="{8C5505F9-A37D-860D-B5B8-5D10ECF083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35D27C-792E-52D3-CFAC-5B98D7120DF5}"/>
              </a:ext>
            </a:extLst>
          </p:cNvPr>
          <p:cNvSpPr txBox="1"/>
          <p:nvPr/>
        </p:nvSpPr>
        <p:spPr>
          <a:xfrm>
            <a:off x="365760" y="182880"/>
            <a:ext cx="11457432" cy="646331"/>
          </a:xfrm>
          <a:prstGeom prst="rect">
            <a:avLst/>
          </a:prstGeom>
          <a:noFill/>
        </p:spPr>
        <p:txBody>
          <a:bodyPr wrap="square">
            <a:spAutoFit/>
          </a:bodyPr>
          <a:lstStyle/>
          <a:p>
            <a:r>
              <a:rPr lang="en-US" sz="3600" b="1" dirty="0">
                <a:solidFill>
                  <a:srgbClr val="FFFFFF"/>
                </a:solidFill>
                <a:latin typeface="Aptos Narrow"/>
              </a:rPr>
              <a:t>4. Upload recurring files to Projects</a:t>
            </a:r>
            <a:endParaRPr sz="3600" b="1" i="0" dirty="0">
              <a:solidFill>
                <a:srgbClr val="FFFFFF"/>
              </a:solidFill>
              <a:latin typeface="Aptos Narrow"/>
            </a:endParaRPr>
          </a:p>
        </p:txBody>
      </p:sp>
      <p:sp>
        <p:nvSpPr>
          <p:cNvPr id="3" name="Rectangle 2">
            <a:extLst>
              <a:ext uri="{FF2B5EF4-FFF2-40B4-BE49-F238E27FC236}">
                <a16:creationId xmlns:a16="http://schemas.microsoft.com/office/drawing/2014/main" id="{9EE3AAFD-AA3B-A9E0-7F97-72039C63EF31}"/>
              </a:ext>
            </a:extLst>
          </p:cNvPr>
          <p:cNvSpPr/>
          <p:nvPr/>
        </p:nvSpPr>
        <p:spPr>
          <a:xfrm>
            <a:off x="365760" y="1115568"/>
            <a:ext cx="11457432"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a:extLst>
              <a:ext uri="{FF2B5EF4-FFF2-40B4-BE49-F238E27FC236}">
                <a16:creationId xmlns:a16="http://schemas.microsoft.com/office/drawing/2014/main" id="{2D007C90-CEC7-FA86-E492-07B2C5DAA358}"/>
              </a:ext>
            </a:extLst>
          </p:cNvPr>
          <p:cNvSpPr txBox="1"/>
          <p:nvPr/>
        </p:nvSpPr>
        <p:spPr>
          <a:xfrm>
            <a:off x="365760" y="1588008"/>
            <a:ext cx="11457432" cy="4401205"/>
          </a:xfrm>
          <a:prstGeom prst="rect">
            <a:avLst/>
          </a:prstGeom>
          <a:noFill/>
        </p:spPr>
        <p:txBody>
          <a:bodyPr wrap="square">
            <a:spAutoFit/>
          </a:bodyPr>
          <a:lstStyle/>
          <a:p>
            <a:pPr algn="just"/>
            <a:r>
              <a:rPr lang="en-US" sz="2800" dirty="0">
                <a:solidFill>
                  <a:srgbClr val="FFFFFF"/>
                </a:solidFill>
                <a:latin typeface="Aptos Narrow"/>
              </a:rPr>
              <a:t>If you upload the same PDF in multiple chats, Claude counts the tokens each time. Projects caches your files — upload them once and they won't consume tokens again in future conversations.</a:t>
            </a:r>
          </a:p>
          <a:p>
            <a:pPr algn="just"/>
            <a:endParaRPr lang="en-US" sz="2800" dirty="0">
              <a:solidFill>
                <a:srgbClr val="FFFFFF"/>
              </a:solidFill>
              <a:latin typeface="Aptos Narrow"/>
            </a:endParaRPr>
          </a:p>
          <a:p>
            <a:pPr algn="just"/>
            <a:r>
              <a:rPr lang="en-US" sz="2800" b="1" u="sng" dirty="0">
                <a:solidFill>
                  <a:srgbClr val="FFC000"/>
                </a:solidFill>
                <a:latin typeface="Aptos Narrow"/>
              </a:rPr>
              <a:t>Suggested Prompt</a:t>
            </a:r>
          </a:p>
          <a:p>
            <a:pPr algn="just"/>
            <a:endParaRPr lang="en-US" sz="2800" b="1" dirty="0">
              <a:solidFill>
                <a:srgbClr val="FFC000"/>
              </a:solidFill>
              <a:latin typeface="Aptos Narrow"/>
            </a:endParaRPr>
          </a:p>
          <a:p>
            <a:pPr algn="just"/>
            <a:r>
              <a:rPr lang="en-US" sz="2800" dirty="0">
                <a:solidFill>
                  <a:srgbClr val="FFFFFF"/>
                </a:solidFill>
                <a:latin typeface="Aptos Narrow"/>
              </a:rPr>
              <a:t>← Create a Project in the sidebar,</a:t>
            </a:r>
          </a:p>
          <a:p>
            <a:pPr algn="just"/>
            <a:endParaRPr lang="en-US" sz="2800" dirty="0">
              <a:solidFill>
                <a:srgbClr val="FFFFFF"/>
              </a:solidFill>
              <a:latin typeface="Aptos Narrow"/>
            </a:endParaRPr>
          </a:p>
          <a:p>
            <a:pPr algn="just"/>
            <a:r>
              <a:rPr lang="en-US" sz="2800" dirty="0">
                <a:solidFill>
                  <a:srgbClr val="FFFFFF"/>
                </a:solidFill>
                <a:latin typeface="Aptos Narrow"/>
              </a:rPr>
              <a:t>upload your files there and open it every time</a:t>
            </a:r>
          </a:p>
          <a:p>
            <a:pPr algn="just"/>
            <a:r>
              <a:rPr lang="en-US" sz="2800" dirty="0">
                <a:solidFill>
                  <a:srgbClr val="FFFFFF"/>
                </a:solidFill>
                <a:latin typeface="Aptos Narrow"/>
              </a:rPr>
              <a:t>you need them. Tokens won't be charged again.</a:t>
            </a:r>
          </a:p>
        </p:txBody>
      </p:sp>
    </p:spTree>
    <p:extLst>
      <p:ext uri="{BB962C8B-B14F-4D97-AF65-F5344CB8AC3E}">
        <p14:creationId xmlns:p14="http://schemas.microsoft.com/office/powerpoint/2010/main" val="3183384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a:extLst>
            <a:ext uri="{FF2B5EF4-FFF2-40B4-BE49-F238E27FC236}">
              <a16:creationId xmlns:a16="http://schemas.microsoft.com/office/drawing/2014/main" id="{B012FFB7-6D72-8C4F-6F54-EEFCEC0447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AEB326-BC6E-E662-1E4C-AC3B4D521023}"/>
              </a:ext>
            </a:extLst>
          </p:cNvPr>
          <p:cNvSpPr txBox="1"/>
          <p:nvPr/>
        </p:nvSpPr>
        <p:spPr>
          <a:xfrm>
            <a:off x="365760" y="182880"/>
            <a:ext cx="11457432" cy="646331"/>
          </a:xfrm>
          <a:prstGeom prst="rect">
            <a:avLst/>
          </a:prstGeom>
          <a:noFill/>
        </p:spPr>
        <p:txBody>
          <a:bodyPr wrap="square">
            <a:spAutoFit/>
          </a:bodyPr>
          <a:lstStyle/>
          <a:p>
            <a:r>
              <a:rPr lang="en-US" sz="3600" b="1" dirty="0">
                <a:solidFill>
                  <a:srgbClr val="FFFFFF"/>
                </a:solidFill>
                <a:latin typeface="Aptos Narrow"/>
              </a:rPr>
              <a:t>5. Set up memory and custom instructions</a:t>
            </a:r>
            <a:endParaRPr sz="3600" b="1" i="0" dirty="0">
              <a:solidFill>
                <a:srgbClr val="FFFFFF"/>
              </a:solidFill>
              <a:latin typeface="Aptos Narrow"/>
            </a:endParaRPr>
          </a:p>
        </p:txBody>
      </p:sp>
      <p:sp>
        <p:nvSpPr>
          <p:cNvPr id="3" name="Rectangle 2">
            <a:extLst>
              <a:ext uri="{FF2B5EF4-FFF2-40B4-BE49-F238E27FC236}">
                <a16:creationId xmlns:a16="http://schemas.microsoft.com/office/drawing/2014/main" id="{1139C2F7-1FDE-9C29-68DB-117F438A7464}"/>
              </a:ext>
            </a:extLst>
          </p:cNvPr>
          <p:cNvSpPr/>
          <p:nvPr/>
        </p:nvSpPr>
        <p:spPr>
          <a:xfrm>
            <a:off x="365760" y="1115568"/>
            <a:ext cx="11457432"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a:extLst>
              <a:ext uri="{FF2B5EF4-FFF2-40B4-BE49-F238E27FC236}">
                <a16:creationId xmlns:a16="http://schemas.microsoft.com/office/drawing/2014/main" id="{E6A01E24-4D6A-273B-590A-A21685129200}"/>
              </a:ext>
            </a:extLst>
          </p:cNvPr>
          <p:cNvSpPr txBox="1"/>
          <p:nvPr/>
        </p:nvSpPr>
        <p:spPr>
          <a:xfrm>
            <a:off x="365760" y="1588008"/>
            <a:ext cx="11457432" cy="3970318"/>
          </a:xfrm>
          <a:prstGeom prst="rect">
            <a:avLst/>
          </a:prstGeom>
          <a:noFill/>
        </p:spPr>
        <p:txBody>
          <a:bodyPr wrap="square">
            <a:spAutoFit/>
          </a:bodyPr>
          <a:lstStyle/>
          <a:p>
            <a:pPr algn="just"/>
            <a:r>
              <a:rPr lang="en-US" sz="2800" dirty="0">
                <a:solidFill>
                  <a:srgbClr val="FFFFFF"/>
                </a:solidFill>
                <a:latin typeface="Aptos Narrow"/>
              </a:rPr>
              <a:t>Without prior context, you lose 3 to 5 messages just explaining again who you are and how you work. Go to Settings → Memory and Preferences and save your role, tone, and preferences just once. Claude will apply them in all chats.</a:t>
            </a:r>
          </a:p>
          <a:p>
            <a:pPr algn="just"/>
            <a:endParaRPr lang="en-US" sz="2800" dirty="0">
              <a:solidFill>
                <a:srgbClr val="FFFFFF"/>
              </a:solidFill>
              <a:latin typeface="Aptos Narrow"/>
            </a:endParaRPr>
          </a:p>
          <a:p>
            <a:pPr algn="just"/>
            <a:r>
              <a:rPr lang="en-US" sz="2800" b="1" u="sng" dirty="0">
                <a:solidFill>
                  <a:srgbClr val="FFC000"/>
                </a:solidFill>
                <a:latin typeface="Aptos Narrow"/>
              </a:rPr>
              <a:t>Suggested Prompt</a:t>
            </a:r>
          </a:p>
          <a:p>
            <a:pPr algn="just"/>
            <a:endParaRPr lang="en-US" sz="2800" b="1" dirty="0">
              <a:solidFill>
                <a:srgbClr val="FFC000"/>
              </a:solidFill>
              <a:latin typeface="Aptos Narrow"/>
            </a:endParaRPr>
          </a:p>
          <a:p>
            <a:pPr algn="just"/>
            <a:r>
              <a:rPr lang="en-US" sz="2800" dirty="0">
                <a:solidFill>
                  <a:srgbClr val="FFFFFF"/>
                </a:solidFill>
                <a:latin typeface="Aptos Narrow"/>
              </a:rPr>
              <a:t>I am [your role]. I work in [sector/company]. I prefer responses [direct/detailed], in Simple English (Less </a:t>
            </a:r>
            <a:r>
              <a:rPr lang="en-US" sz="2800" dirty="0" err="1">
                <a:solidFill>
                  <a:srgbClr val="FFFFFF"/>
                </a:solidFill>
                <a:latin typeface="Aptos Narrow"/>
              </a:rPr>
              <a:t>Texty</a:t>
            </a:r>
            <a:r>
              <a:rPr lang="en-US" sz="2800" dirty="0">
                <a:solidFill>
                  <a:srgbClr val="FFFFFF"/>
                </a:solidFill>
                <a:latin typeface="Aptos Narrow"/>
              </a:rPr>
              <a:t>) and without unnecessary lists. When you don't have enough context, ask first before responding.</a:t>
            </a:r>
          </a:p>
        </p:txBody>
      </p:sp>
    </p:spTree>
    <p:extLst>
      <p:ext uri="{BB962C8B-B14F-4D97-AF65-F5344CB8AC3E}">
        <p14:creationId xmlns:p14="http://schemas.microsoft.com/office/powerpoint/2010/main" val="2479348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a:extLst>
            <a:ext uri="{FF2B5EF4-FFF2-40B4-BE49-F238E27FC236}">
              <a16:creationId xmlns:a16="http://schemas.microsoft.com/office/drawing/2014/main" id="{44706148-5FE7-ECB1-640A-1F67BFF352B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C9AF37-A64B-5CE1-757C-FC26A80B2138}"/>
              </a:ext>
            </a:extLst>
          </p:cNvPr>
          <p:cNvSpPr txBox="1"/>
          <p:nvPr/>
        </p:nvSpPr>
        <p:spPr>
          <a:xfrm>
            <a:off x="365760" y="182880"/>
            <a:ext cx="11457432" cy="646331"/>
          </a:xfrm>
          <a:prstGeom prst="rect">
            <a:avLst/>
          </a:prstGeom>
          <a:noFill/>
        </p:spPr>
        <p:txBody>
          <a:bodyPr wrap="square">
            <a:spAutoFit/>
          </a:bodyPr>
          <a:lstStyle/>
          <a:p>
            <a:r>
              <a:rPr lang="en-US" sz="3600" b="1" dirty="0">
                <a:solidFill>
                  <a:srgbClr val="FFFFFF"/>
                </a:solidFill>
                <a:latin typeface="Aptos Narrow"/>
              </a:rPr>
              <a:t>6. Disable the features you don't use</a:t>
            </a:r>
            <a:endParaRPr sz="3600" b="1" i="0" dirty="0">
              <a:solidFill>
                <a:srgbClr val="FFFFFF"/>
              </a:solidFill>
              <a:latin typeface="Aptos Narrow"/>
            </a:endParaRPr>
          </a:p>
        </p:txBody>
      </p:sp>
      <p:sp>
        <p:nvSpPr>
          <p:cNvPr id="3" name="Rectangle 2">
            <a:extLst>
              <a:ext uri="{FF2B5EF4-FFF2-40B4-BE49-F238E27FC236}">
                <a16:creationId xmlns:a16="http://schemas.microsoft.com/office/drawing/2014/main" id="{F9072211-2735-7EC8-FC7E-1FE586FEF6C9}"/>
              </a:ext>
            </a:extLst>
          </p:cNvPr>
          <p:cNvSpPr/>
          <p:nvPr/>
        </p:nvSpPr>
        <p:spPr>
          <a:xfrm>
            <a:off x="365760" y="1115568"/>
            <a:ext cx="11457432"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a:extLst>
              <a:ext uri="{FF2B5EF4-FFF2-40B4-BE49-F238E27FC236}">
                <a16:creationId xmlns:a16="http://schemas.microsoft.com/office/drawing/2014/main" id="{AFC2A00E-52A8-9F68-D55C-4D5738EB12CF}"/>
              </a:ext>
            </a:extLst>
          </p:cNvPr>
          <p:cNvSpPr txBox="1"/>
          <p:nvPr/>
        </p:nvSpPr>
        <p:spPr>
          <a:xfrm>
            <a:off x="365760" y="1588008"/>
            <a:ext cx="11457432" cy="3539430"/>
          </a:xfrm>
          <a:prstGeom prst="rect">
            <a:avLst/>
          </a:prstGeom>
          <a:noFill/>
        </p:spPr>
        <p:txBody>
          <a:bodyPr wrap="square">
            <a:spAutoFit/>
          </a:bodyPr>
          <a:lstStyle/>
          <a:p>
            <a:pPr algn="just"/>
            <a:r>
              <a:rPr lang="en-US" sz="2800" dirty="0">
                <a:solidFill>
                  <a:srgbClr val="FFFFFF"/>
                </a:solidFill>
                <a:latin typeface="Aptos Narrow"/>
              </a:rPr>
              <a:t>Web search, research mode, and connectors add tokens to every response, even when you don't need them. If you're writing your own content, disable them. If you didn't consciously enable them, disable them.</a:t>
            </a:r>
          </a:p>
          <a:p>
            <a:pPr algn="just"/>
            <a:endParaRPr lang="en-US" sz="2800" dirty="0">
              <a:solidFill>
                <a:srgbClr val="FFFFFF"/>
              </a:solidFill>
              <a:latin typeface="Aptos Narrow"/>
            </a:endParaRPr>
          </a:p>
          <a:p>
            <a:pPr algn="just"/>
            <a:r>
              <a:rPr lang="en-US" sz="2800" b="1" u="sng" dirty="0">
                <a:solidFill>
                  <a:srgbClr val="FFC000"/>
                </a:solidFill>
                <a:latin typeface="Aptos Narrow"/>
              </a:rPr>
              <a:t>Suggested Prompt</a:t>
            </a:r>
          </a:p>
          <a:p>
            <a:pPr algn="just"/>
            <a:endParaRPr lang="en-US" sz="2800" b="1" dirty="0">
              <a:solidFill>
                <a:srgbClr val="FFC000"/>
              </a:solidFill>
              <a:latin typeface="Aptos Narrow"/>
            </a:endParaRPr>
          </a:p>
          <a:p>
            <a:pPr algn="just"/>
            <a:r>
              <a:rPr lang="en-US" sz="2800" dirty="0">
                <a:solidFill>
                  <a:srgbClr val="FFFFFF"/>
                </a:solidFill>
                <a:latin typeface="Aptos Narrow"/>
              </a:rPr>
              <a:t>← Use the icons next to the text field to enable/disable web search, tools, and connectors.</a:t>
            </a:r>
          </a:p>
        </p:txBody>
      </p:sp>
    </p:spTree>
    <p:extLst>
      <p:ext uri="{BB962C8B-B14F-4D97-AF65-F5344CB8AC3E}">
        <p14:creationId xmlns:p14="http://schemas.microsoft.com/office/powerpoint/2010/main" val="438098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a:extLst>
            <a:ext uri="{FF2B5EF4-FFF2-40B4-BE49-F238E27FC236}">
              <a16:creationId xmlns:a16="http://schemas.microsoft.com/office/drawing/2014/main" id="{6DB56D19-E3BE-F4A3-9015-055ACDCBB2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9FBF18B-8C7F-EB4A-35C0-DF6A364FAAFD}"/>
              </a:ext>
            </a:extLst>
          </p:cNvPr>
          <p:cNvSpPr txBox="1"/>
          <p:nvPr/>
        </p:nvSpPr>
        <p:spPr>
          <a:xfrm>
            <a:off x="365760" y="182880"/>
            <a:ext cx="11457432" cy="646331"/>
          </a:xfrm>
          <a:prstGeom prst="rect">
            <a:avLst/>
          </a:prstGeom>
          <a:noFill/>
        </p:spPr>
        <p:txBody>
          <a:bodyPr wrap="square">
            <a:spAutoFit/>
          </a:bodyPr>
          <a:lstStyle/>
          <a:p>
            <a:r>
              <a:rPr lang="en-US" sz="3600" b="1" dirty="0">
                <a:solidFill>
                  <a:srgbClr val="FFFFFF"/>
                </a:solidFill>
                <a:latin typeface="Aptos Narrow"/>
              </a:rPr>
              <a:t>7. Use Haiku for simple tasks</a:t>
            </a:r>
            <a:endParaRPr sz="3600" b="1" i="0" dirty="0">
              <a:solidFill>
                <a:srgbClr val="FFFFFF"/>
              </a:solidFill>
              <a:latin typeface="Aptos Narrow"/>
            </a:endParaRPr>
          </a:p>
        </p:txBody>
      </p:sp>
      <p:sp>
        <p:nvSpPr>
          <p:cNvPr id="3" name="Rectangle 2">
            <a:extLst>
              <a:ext uri="{FF2B5EF4-FFF2-40B4-BE49-F238E27FC236}">
                <a16:creationId xmlns:a16="http://schemas.microsoft.com/office/drawing/2014/main" id="{681DDD3F-1EA1-E409-ED3F-63D21FF057F9}"/>
              </a:ext>
            </a:extLst>
          </p:cNvPr>
          <p:cNvSpPr/>
          <p:nvPr/>
        </p:nvSpPr>
        <p:spPr>
          <a:xfrm>
            <a:off x="365760" y="1115568"/>
            <a:ext cx="11457432"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a:extLst>
              <a:ext uri="{FF2B5EF4-FFF2-40B4-BE49-F238E27FC236}">
                <a16:creationId xmlns:a16="http://schemas.microsoft.com/office/drawing/2014/main" id="{E81AA9B2-41BC-F392-88D8-3499C7EA505F}"/>
              </a:ext>
            </a:extLst>
          </p:cNvPr>
          <p:cNvSpPr txBox="1"/>
          <p:nvPr/>
        </p:nvSpPr>
        <p:spPr>
          <a:xfrm>
            <a:off x="365760" y="1588008"/>
            <a:ext cx="11457432" cy="3539430"/>
          </a:xfrm>
          <a:prstGeom prst="rect">
            <a:avLst/>
          </a:prstGeom>
          <a:noFill/>
        </p:spPr>
        <p:txBody>
          <a:bodyPr wrap="square">
            <a:spAutoFit/>
          </a:bodyPr>
          <a:lstStyle/>
          <a:p>
            <a:pPr algn="just"/>
            <a:r>
              <a:rPr lang="en-US" sz="2800" dirty="0">
                <a:solidFill>
                  <a:srgbClr val="FFFFFF"/>
                </a:solidFill>
                <a:latin typeface="Aptos Narrow"/>
              </a:rPr>
              <a:t>Quick responses, brainstorming, formatting, and grammar correction don't need a full model. Use Haiku for small tasks: it's much more cost-efficient than Sonnet or Opus. Save the complex models for work that truly needs them.</a:t>
            </a:r>
          </a:p>
          <a:p>
            <a:pPr algn="just"/>
            <a:endParaRPr lang="en-US" sz="2800" dirty="0">
              <a:solidFill>
                <a:srgbClr val="FFFFFF"/>
              </a:solidFill>
              <a:latin typeface="Aptos Narrow"/>
            </a:endParaRPr>
          </a:p>
          <a:p>
            <a:pPr algn="just"/>
            <a:r>
              <a:rPr lang="en-US" sz="2800" b="1" u="sng" dirty="0">
                <a:solidFill>
                  <a:srgbClr val="FFC000"/>
                </a:solidFill>
                <a:latin typeface="Aptos Narrow"/>
              </a:rPr>
              <a:t>Suggested Prompt</a:t>
            </a:r>
          </a:p>
          <a:p>
            <a:pPr algn="just"/>
            <a:endParaRPr lang="en-US" sz="2800" b="1" dirty="0">
              <a:solidFill>
                <a:srgbClr val="FFC000"/>
              </a:solidFill>
              <a:latin typeface="Aptos Narrow"/>
            </a:endParaRPr>
          </a:p>
          <a:p>
            <a:pPr algn="just"/>
            <a:r>
              <a:rPr lang="en-US" sz="2800" dirty="0">
                <a:solidFill>
                  <a:srgbClr val="FFFFFF"/>
                </a:solidFill>
                <a:latin typeface="Aptos Narrow"/>
              </a:rPr>
              <a:t>Correct the grammar of this paragraph and suggest 3 more concise variants:</a:t>
            </a:r>
          </a:p>
          <a:p>
            <a:pPr algn="just"/>
            <a:r>
              <a:rPr lang="en-US" sz="2800" dirty="0">
                <a:solidFill>
                  <a:srgbClr val="FFFFFF"/>
                </a:solidFill>
                <a:latin typeface="Aptos Narrow"/>
              </a:rPr>
              <a:t>[paste your paragraph here]</a:t>
            </a:r>
          </a:p>
        </p:txBody>
      </p:sp>
    </p:spTree>
    <p:extLst>
      <p:ext uri="{BB962C8B-B14F-4D97-AF65-F5344CB8AC3E}">
        <p14:creationId xmlns:p14="http://schemas.microsoft.com/office/powerpoint/2010/main" val="890427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a:extLst>
            <a:ext uri="{FF2B5EF4-FFF2-40B4-BE49-F238E27FC236}">
              <a16:creationId xmlns:a16="http://schemas.microsoft.com/office/drawing/2014/main" id="{C0265267-ECCC-0D34-5435-451356D54B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D0B27E2-71B4-7F2F-9252-AAD773549BA2}"/>
              </a:ext>
            </a:extLst>
          </p:cNvPr>
          <p:cNvSpPr txBox="1"/>
          <p:nvPr/>
        </p:nvSpPr>
        <p:spPr>
          <a:xfrm>
            <a:off x="365760" y="182880"/>
            <a:ext cx="11457432" cy="646331"/>
          </a:xfrm>
          <a:prstGeom prst="rect">
            <a:avLst/>
          </a:prstGeom>
          <a:noFill/>
        </p:spPr>
        <p:txBody>
          <a:bodyPr wrap="square">
            <a:spAutoFit/>
          </a:bodyPr>
          <a:lstStyle/>
          <a:p>
            <a:r>
              <a:rPr lang="en-US" sz="3600" b="1" dirty="0">
                <a:solidFill>
                  <a:srgbClr val="FFFFFF"/>
                </a:solidFill>
                <a:latin typeface="Aptos Narrow"/>
              </a:rPr>
              <a:t>8. Choose the model based on the task</a:t>
            </a:r>
            <a:endParaRPr sz="3600" b="1" i="0" dirty="0">
              <a:solidFill>
                <a:srgbClr val="FFFFFF"/>
              </a:solidFill>
              <a:latin typeface="Aptos Narrow"/>
            </a:endParaRPr>
          </a:p>
        </p:txBody>
      </p:sp>
      <p:sp>
        <p:nvSpPr>
          <p:cNvPr id="3" name="Rectangle 2">
            <a:extLst>
              <a:ext uri="{FF2B5EF4-FFF2-40B4-BE49-F238E27FC236}">
                <a16:creationId xmlns:a16="http://schemas.microsoft.com/office/drawing/2014/main" id="{90F863A5-5CA8-328F-73AB-18EEC9E2DC04}"/>
              </a:ext>
            </a:extLst>
          </p:cNvPr>
          <p:cNvSpPr/>
          <p:nvPr/>
        </p:nvSpPr>
        <p:spPr>
          <a:xfrm>
            <a:off x="365760" y="1115568"/>
            <a:ext cx="11457432"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a:extLst>
              <a:ext uri="{FF2B5EF4-FFF2-40B4-BE49-F238E27FC236}">
                <a16:creationId xmlns:a16="http://schemas.microsoft.com/office/drawing/2014/main" id="{02A70699-C688-811C-0BBD-7E0145BCC7CD}"/>
              </a:ext>
            </a:extLst>
          </p:cNvPr>
          <p:cNvSpPr txBox="1"/>
          <p:nvPr/>
        </p:nvSpPr>
        <p:spPr>
          <a:xfrm>
            <a:off x="365760" y="1588008"/>
            <a:ext cx="11457432" cy="4401205"/>
          </a:xfrm>
          <a:prstGeom prst="rect">
            <a:avLst/>
          </a:prstGeom>
          <a:noFill/>
        </p:spPr>
        <p:txBody>
          <a:bodyPr wrap="square">
            <a:spAutoFit/>
          </a:bodyPr>
          <a:lstStyle/>
          <a:p>
            <a:pPr algn="just"/>
            <a:r>
              <a:rPr lang="en-US" sz="2800" dirty="0">
                <a:solidFill>
                  <a:srgbClr val="FFFFFF"/>
                </a:solidFill>
                <a:latin typeface="Aptos Narrow"/>
              </a:rPr>
              <a:t>Haiku: quick responses, formatting, brainstorming.</a:t>
            </a:r>
          </a:p>
          <a:p>
            <a:pPr algn="just"/>
            <a:r>
              <a:rPr lang="en-US" sz="2800" dirty="0">
                <a:solidFill>
                  <a:srgbClr val="FFFFFF"/>
                </a:solidFill>
                <a:latin typeface="Aptos Narrow"/>
              </a:rPr>
              <a:t>Sonnet: writing, analysis, code, serious drafts.</a:t>
            </a:r>
          </a:p>
          <a:p>
            <a:pPr algn="just"/>
            <a:r>
              <a:rPr lang="en-US" sz="2800" dirty="0">
                <a:solidFill>
                  <a:srgbClr val="FFFFFF"/>
                </a:solidFill>
                <a:latin typeface="Aptos Narrow"/>
              </a:rPr>
              <a:t>Opus: deep research, rigorous logic, review of extensive documents. Do not use Opus for Haiku tasks.</a:t>
            </a:r>
          </a:p>
          <a:p>
            <a:pPr algn="just"/>
            <a:r>
              <a:rPr lang="en-US" sz="2800" dirty="0">
                <a:solidFill>
                  <a:srgbClr val="FFFFFF"/>
                </a:solidFill>
                <a:latin typeface="Aptos Narrow"/>
              </a:rPr>
              <a:t>	</a:t>
            </a:r>
          </a:p>
          <a:p>
            <a:pPr algn="just"/>
            <a:r>
              <a:rPr lang="en-US" sz="2800" b="1" u="sng" dirty="0">
                <a:solidFill>
                  <a:srgbClr val="FFC000"/>
                </a:solidFill>
                <a:latin typeface="Aptos Narrow"/>
              </a:rPr>
              <a:t>Suggested Prompt</a:t>
            </a:r>
          </a:p>
          <a:p>
            <a:pPr algn="just"/>
            <a:endParaRPr lang="en-US" sz="2800" b="1" dirty="0">
              <a:solidFill>
                <a:srgbClr val="FFC000"/>
              </a:solidFill>
              <a:latin typeface="Aptos Narrow"/>
            </a:endParaRPr>
          </a:p>
          <a:p>
            <a:pPr algn="just"/>
            <a:r>
              <a:rPr lang="en-US" sz="2800" dirty="0">
                <a:solidFill>
                  <a:srgbClr val="FFFFFF"/>
                </a:solidFill>
                <a:latin typeface="Aptos Narrow"/>
              </a:rPr>
              <a:t>Select the model from the menu</a:t>
            </a:r>
          </a:p>
          <a:p>
            <a:pPr algn="just"/>
            <a:r>
              <a:rPr lang="en-US" sz="2800" dirty="0">
                <a:solidFill>
                  <a:srgbClr val="FFFFFF"/>
                </a:solidFill>
                <a:latin typeface="Aptos Narrow"/>
              </a:rPr>
              <a:t>next to the text field before sending.</a:t>
            </a:r>
          </a:p>
          <a:p>
            <a:pPr algn="just"/>
            <a:r>
              <a:rPr lang="en-US" sz="2800" dirty="0">
                <a:solidFill>
                  <a:srgbClr val="FFFFFF"/>
                </a:solidFill>
                <a:latin typeface="Aptos Narrow"/>
              </a:rPr>
              <a:t>Haiku for drafts, Sonnet for serious work, Opus for complex tasks.</a:t>
            </a:r>
          </a:p>
        </p:txBody>
      </p:sp>
    </p:spTree>
    <p:extLst>
      <p:ext uri="{BB962C8B-B14F-4D97-AF65-F5344CB8AC3E}">
        <p14:creationId xmlns:p14="http://schemas.microsoft.com/office/powerpoint/2010/main" val="152168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a:extLst>
            <a:ext uri="{FF2B5EF4-FFF2-40B4-BE49-F238E27FC236}">
              <a16:creationId xmlns:a16="http://schemas.microsoft.com/office/drawing/2014/main" id="{BE1B3512-9D8E-69C7-CF92-1A97BD67F2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C5A4F5-D05B-20C8-DF3E-8F058BD70CF6}"/>
              </a:ext>
            </a:extLst>
          </p:cNvPr>
          <p:cNvSpPr txBox="1"/>
          <p:nvPr/>
        </p:nvSpPr>
        <p:spPr>
          <a:xfrm>
            <a:off x="365760" y="182880"/>
            <a:ext cx="11457432" cy="646331"/>
          </a:xfrm>
          <a:prstGeom prst="rect">
            <a:avLst/>
          </a:prstGeom>
          <a:noFill/>
        </p:spPr>
        <p:txBody>
          <a:bodyPr wrap="square">
            <a:spAutoFit/>
          </a:bodyPr>
          <a:lstStyle/>
          <a:p>
            <a:r>
              <a:rPr lang="en-US" sz="3600" b="1" dirty="0">
                <a:solidFill>
                  <a:srgbClr val="FFFFFF"/>
                </a:solidFill>
                <a:latin typeface="Aptos Narrow"/>
              </a:rPr>
              <a:t>9. Distribute the work across 2-3 daily sessions</a:t>
            </a:r>
            <a:endParaRPr sz="3600" b="1" i="0" dirty="0">
              <a:solidFill>
                <a:srgbClr val="FFFFFF"/>
              </a:solidFill>
              <a:latin typeface="Aptos Narrow"/>
            </a:endParaRPr>
          </a:p>
        </p:txBody>
      </p:sp>
      <p:sp>
        <p:nvSpPr>
          <p:cNvPr id="3" name="Rectangle 2">
            <a:extLst>
              <a:ext uri="{FF2B5EF4-FFF2-40B4-BE49-F238E27FC236}">
                <a16:creationId xmlns:a16="http://schemas.microsoft.com/office/drawing/2014/main" id="{14243811-1925-1641-6CD9-F60EBEB76922}"/>
              </a:ext>
            </a:extLst>
          </p:cNvPr>
          <p:cNvSpPr/>
          <p:nvPr/>
        </p:nvSpPr>
        <p:spPr>
          <a:xfrm>
            <a:off x="365760" y="1115568"/>
            <a:ext cx="11457432"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a:extLst>
              <a:ext uri="{FF2B5EF4-FFF2-40B4-BE49-F238E27FC236}">
                <a16:creationId xmlns:a16="http://schemas.microsoft.com/office/drawing/2014/main" id="{AD5CB497-AAAD-193F-5A23-CCF365962F0D}"/>
              </a:ext>
            </a:extLst>
          </p:cNvPr>
          <p:cNvSpPr txBox="1"/>
          <p:nvPr/>
        </p:nvSpPr>
        <p:spPr>
          <a:xfrm>
            <a:off x="365760" y="1588008"/>
            <a:ext cx="11457432" cy="3970318"/>
          </a:xfrm>
          <a:prstGeom prst="rect">
            <a:avLst/>
          </a:prstGeom>
          <a:noFill/>
        </p:spPr>
        <p:txBody>
          <a:bodyPr wrap="square">
            <a:spAutoFit/>
          </a:bodyPr>
          <a:lstStyle/>
          <a:p>
            <a:pPr algn="just"/>
            <a:r>
              <a:rPr lang="en-US" sz="2800" dirty="0">
                <a:solidFill>
                  <a:srgbClr val="FFFFFF"/>
                </a:solidFill>
                <a:latin typeface="Aptos Narrow"/>
              </a:rPr>
              <a:t>Claude operates with a 5-hour window that continuously resets. If you exhaust your limit in a morning session, you won't be able to work until it resets. Break your work into blocks and multiply what you can accomplish in a day.</a:t>
            </a:r>
          </a:p>
          <a:p>
            <a:pPr algn="just"/>
            <a:endParaRPr lang="en-US" sz="2800" dirty="0">
              <a:solidFill>
                <a:srgbClr val="FFFFFF"/>
              </a:solidFill>
              <a:latin typeface="Aptos Narrow"/>
            </a:endParaRPr>
          </a:p>
          <a:p>
            <a:pPr algn="just"/>
            <a:r>
              <a:rPr lang="en-US" sz="2800" b="1" u="sng" dirty="0">
                <a:solidFill>
                  <a:srgbClr val="FFC000"/>
                </a:solidFill>
                <a:latin typeface="Aptos Narrow"/>
              </a:rPr>
              <a:t>Suggested Prompt</a:t>
            </a:r>
          </a:p>
          <a:p>
            <a:pPr algn="just"/>
            <a:endParaRPr lang="en-US" sz="2800" b="1" dirty="0">
              <a:solidFill>
                <a:srgbClr val="FFC000"/>
              </a:solidFill>
              <a:latin typeface="Aptos Narrow"/>
            </a:endParaRPr>
          </a:p>
          <a:p>
            <a:pPr algn="just"/>
            <a:r>
              <a:rPr lang="en-US" sz="2800" dirty="0">
                <a:solidFill>
                  <a:srgbClr val="FFFFFF"/>
                </a:solidFill>
                <a:latin typeface="Aptos Narrow"/>
              </a:rPr>
              <a:t>To maximize: morning session for research/drafts, afternoon for editing/refinement, and evening for final review. This way, you utilize 3 separate 5-hour windows.</a:t>
            </a:r>
          </a:p>
        </p:txBody>
      </p:sp>
    </p:spTree>
    <p:extLst>
      <p:ext uri="{BB962C8B-B14F-4D97-AF65-F5344CB8AC3E}">
        <p14:creationId xmlns:p14="http://schemas.microsoft.com/office/powerpoint/2010/main" val="4161691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F"/>
        </a:solidFill>
        <a:effectLst/>
      </p:bgPr>
    </p:bg>
    <p:spTree>
      <p:nvGrpSpPr>
        <p:cNvPr id="1" name="">
          <a:extLst>
            <a:ext uri="{FF2B5EF4-FFF2-40B4-BE49-F238E27FC236}">
              <a16:creationId xmlns:a16="http://schemas.microsoft.com/office/drawing/2014/main" id="{DA9C0405-ADBD-C89B-5D74-086F021A70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64AF0F-0994-F338-FDF9-E11D60FBBD62}"/>
              </a:ext>
            </a:extLst>
          </p:cNvPr>
          <p:cNvSpPr txBox="1"/>
          <p:nvPr/>
        </p:nvSpPr>
        <p:spPr>
          <a:xfrm>
            <a:off x="365760" y="182880"/>
            <a:ext cx="11457432" cy="646331"/>
          </a:xfrm>
          <a:prstGeom prst="rect">
            <a:avLst/>
          </a:prstGeom>
          <a:noFill/>
        </p:spPr>
        <p:txBody>
          <a:bodyPr wrap="square">
            <a:spAutoFit/>
          </a:bodyPr>
          <a:lstStyle/>
          <a:p>
            <a:r>
              <a:rPr lang="en-US" sz="3600" b="1" dirty="0">
                <a:solidFill>
                  <a:srgbClr val="FFFFFF"/>
                </a:solidFill>
                <a:latin typeface="Aptos Narrow"/>
              </a:rPr>
              <a:t>10. Keep Input and Output Short</a:t>
            </a:r>
            <a:endParaRPr sz="3600" b="1" i="0" dirty="0">
              <a:solidFill>
                <a:srgbClr val="FFFFFF"/>
              </a:solidFill>
              <a:latin typeface="Aptos Narrow"/>
            </a:endParaRPr>
          </a:p>
        </p:txBody>
      </p:sp>
      <p:sp>
        <p:nvSpPr>
          <p:cNvPr id="3" name="Rectangle 2">
            <a:extLst>
              <a:ext uri="{FF2B5EF4-FFF2-40B4-BE49-F238E27FC236}">
                <a16:creationId xmlns:a16="http://schemas.microsoft.com/office/drawing/2014/main" id="{C63883F3-E802-A6AF-D73B-4C35D05D6419}"/>
              </a:ext>
            </a:extLst>
          </p:cNvPr>
          <p:cNvSpPr/>
          <p:nvPr/>
        </p:nvSpPr>
        <p:spPr>
          <a:xfrm>
            <a:off x="365760" y="1115568"/>
            <a:ext cx="11457432"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TextBox 3">
            <a:extLst>
              <a:ext uri="{FF2B5EF4-FFF2-40B4-BE49-F238E27FC236}">
                <a16:creationId xmlns:a16="http://schemas.microsoft.com/office/drawing/2014/main" id="{06AD6B7C-0C2A-EE0F-7BB3-422F58598F05}"/>
              </a:ext>
            </a:extLst>
          </p:cNvPr>
          <p:cNvSpPr txBox="1"/>
          <p:nvPr/>
        </p:nvSpPr>
        <p:spPr>
          <a:xfrm>
            <a:off x="365760" y="1588008"/>
            <a:ext cx="11457432" cy="3970318"/>
          </a:xfrm>
          <a:prstGeom prst="rect">
            <a:avLst/>
          </a:prstGeom>
          <a:noFill/>
        </p:spPr>
        <p:txBody>
          <a:bodyPr wrap="square">
            <a:spAutoFit/>
          </a:bodyPr>
          <a:lstStyle/>
          <a:p>
            <a:pPr algn="just"/>
            <a:r>
              <a:rPr lang="en-US" sz="2800" dirty="0">
                <a:solidFill>
                  <a:srgbClr val="FFFFFF"/>
                </a:solidFill>
                <a:latin typeface="Aptos Narrow"/>
              </a:rPr>
              <a:t>Claude charges for both input and output. Hence keep it both short (Use another free tool like </a:t>
            </a:r>
            <a:r>
              <a:rPr lang="en-US" sz="2800" dirty="0" err="1">
                <a:solidFill>
                  <a:srgbClr val="FFFFFF"/>
                </a:solidFill>
                <a:latin typeface="Aptos Narrow"/>
              </a:rPr>
              <a:t>gemini</a:t>
            </a:r>
            <a:r>
              <a:rPr lang="en-US" sz="2800" dirty="0">
                <a:solidFill>
                  <a:srgbClr val="FFFFFF"/>
                </a:solidFill>
                <a:latin typeface="Aptos Narrow"/>
              </a:rPr>
              <a:t> or </a:t>
            </a:r>
            <a:r>
              <a:rPr lang="en-US" sz="2800" dirty="0" err="1">
                <a:solidFill>
                  <a:srgbClr val="FFFFFF"/>
                </a:solidFill>
                <a:latin typeface="Aptos Narrow"/>
              </a:rPr>
              <a:t>chatgpt</a:t>
            </a:r>
            <a:r>
              <a:rPr lang="en-US" sz="2800" dirty="0">
                <a:solidFill>
                  <a:srgbClr val="FFFFFF"/>
                </a:solidFill>
                <a:latin typeface="Aptos Narrow"/>
              </a:rPr>
              <a:t> to refine your prompt and paste short prompt in </a:t>
            </a:r>
            <a:r>
              <a:rPr lang="en-US" sz="2800" dirty="0" err="1">
                <a:solidFill>
                  <a:srgbClr val="FFFFFF"/>
                </a:solidFill>
                <a:latin typeface="Aptos Narrow"/>
              </a:rPr>
              <a:t>claude</a:t>
            </a:r>
            <a:r>
              <a:rPr lang="en-US" sz="2800" dirty="0">
                <a:solidFill>
                  <a:srgbClr val="FFFFFF"/>
                </a:solidFill>
                <a:latin typeface="Aptos Narrow"/>
              </a:rPr>
              <a:t>). Ask Claude to respond briefly. </a:t>
            </a:r>
          </a:p>
          <a:p>
            <a:pPr algn="just"/>
            <a:endParaRPr lang="en-US" sz="2800" dirty="0">
              <a:solidFill>
                <a:srgbClr val="FFFFFF"/>
              </a:solidFill>
              <a:latin typeface="Aptos Narrow"/>
            </a:endParaRPr>
          </a:p>
          <a:p>
            <a:pPr algn="just"/>
            <a:r>
              <a:rPr lang="en-US" sz="2800" b="1" u="sng" dirty="0">
                <a:solidFill>
                  <a:srgbClr val="FFC000"/>
                </a:solidFill>
                <a:latin typeface="Aptos Narrow"/>
              </a:rPr>
              <a:t>Suggested Prompt</a:t>
            </a:r>
          </a:p>
          <a:p>
            <a:pPr algn="just"/>
            <a:endParaRPr lang="en-US" sz="2800" b="1" dirty="0">
              <a:solidFill>
                <a:srgbClr val="FFC000"/>
              </a:solidFill>
              <a:latin typeface="Aptos Narrow"/>
            </a:endParaRPr>
          </a:p>
          <a:p>
            <a:pPr algn="just"/>
            <a:r>
              <a:rPr lang="en-US" sz="2800" dirty="0">
                <a:solidFill>
                  <a:srgbClr val="FFFFFF"/>
                </a:solidFill>
                <a:latin typeface="Aptos Narrow"/>
              </a:rPr>
              <a:t>To maximize: morning session for research/drafts, afternoon for editing/refinement, and evening for final review. This way, you utilize 3 separate 5-hour windows.</a:t>
            </a:r>
          </a:p>
        </p:txBody>
      </p:sp>
    </p:spTree>
    <p:extLst>
      <p:ext uri="{BB962C8B-B14F-4D97-AF65-F5344CB8AC3E}">
        <p14:creationId xmlns:p14="http://schemas.microsoft.com/office/powerpoint/2010/main" val="15668061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205</TotalTime>
  <Words>824</Words>
  <Application>Microsoft Office PowerPoint</Application>
  <PresentationFormat>Custom</PresentationFormat>
  <Paragraphs>77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 Narrow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Anil S</dc:creator>
  <cp:keywords/>
  <dc:description>generated using python-pptx</dc:description>
  <cp:lastModifiedBy>Anil Kumar S</cp:lastModifiedBy>
  <cp:revision>3</cp:revision>
  <dcterms:created xsi:type="dcterms:W3CDTF">2013-01-27T09:14:16Z</dcterms:created>
  <dcterms:modified xsi:type="dcterms:W3CDTF">2026-05-17T03:44:50Z</dcterms:modified>
  <cp:category/>
</cp:coreProperties>
</file>