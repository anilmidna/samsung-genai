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8" r:id="rId7"/>
    <p:sldId id="273" r:id="rId8"/>
    <p:sldId id="269" r:id="rId9"/>
    <p:sldId id="272" r:id="rId10"/>
    <p:sldId id="261" r:id="rId11"/>
    <p:sldId id="270" r:id="rId12"/>
    <p:sldId id="263" r:id="rId13"/>
    <p:sldId id="271" r:id="rId14"/>
    <p:sldId id="264" r:id="rId15"/>
    <p:sldId id="265" r:id="rId16"/>
    <p:sldId id="274" r:id="rId17"/>
    <p:sldId id="266" r:id="rId18"/>
    <p:sldId id="267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7778EB-682D-4A72-B7CE-3D00CEC77A46}" v="4" dt="2026-05-18T02:35:28.486"/>
  </p1510:revLst>
</p1510:revInfo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40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il Kumar S" userId="c4e05c69-1935-4d4e-9a3a-09af90e90761" providerId="ADAL" clId="{6D69B777-F16F-497B-A537-D450B283861C}"/>
    <pc:docChg chg="undo custSel addSld delSld modSld sldOrd">
      <pc:chgData name="Anil Kumar S" userId="c4e05c69-1935-4d4e-9a3a-09af90e90761" providerId="ADAL" clId="{6D69B777-F16F-497B-A537-D450B283861C}" dt="2026-05-18T02:46:37.110" v="1327" actId="20577"/>
      <pc:docMkLst>
        <pc:docMk/>
      </pc:docMkLst>
      <pc:sldChg chg="addSp modSp mod">
        <pc:chgData name="Anil Kumar S" userId="c4e05c69-1935-4d4e-9a3a-09af90e90761" providerId="ADAL" clId="{6D69B777-F16F-497B-A537-D450B283861C}" dt="2026-05-16T15:15:50.745" v="104" actId="1035"/>
        <pc:sldMkLst>
          <pc:docMk/>
          <pc:sldMk cId="0" sldId="258"/>
        </pc:sldMkLst>
        <pc:spChg chg="add mod">
          <ac:chgData name="Anil Kumar S" userId="c4e05c69-1935-4d4e-9a3a-09af90e90761" providerId="ADAL" clId="{6D69B777-F16F-497B-A537-D450B283861C}" dt="2026-05-16T15:15:47.280" v="92" actId="1037"/>
          <ac:spMkLst>
            <pc:docMk/>
            <pc:sldMk cId="0" sldId="258"/>
            <ac:spMk id="31" creationId="{E524C2B8-484F-DD7C-FC8A-B187251C9704}"/>
          </ac:spMkLst>
        </pc:spChg>
        <pc:spChg chg="add mod">
          <ac:chgData name="Anil Kumar S" userId="c4e05c69-1935-4d4e-9a3a-09af90e90761" providerId="ADAL" clId="{6D69B777-F16F-497B-A537-D450B283861C}" dt="2026-05-16T15:15:50.745" v="104" actId="1035"/>
          <ac:spMkLst>
            <pc:docMk/>
            <pc:sldMk cId="0" sldId="258"/>
            <ac:spMk id="33" creationId="{6BF93865-7BF1-8DE6-8A16-00263360420A}"/>
          </ac:spMkLst>
        </pc:spChg>
      </pc:sldChg>
      <pc:sldChg chg="addSp modSp mod">
        <pc:chgData name="Anil Kumar S" userId="c4e05c69-1935-4d4e-9a3a-09af90e90761" providerId="ADAL" clId="{6D69B777-F16F-497B-A537-D450B283861C}" dt="2026-05-18T02:46:37.110" v="1327" actId="20577"/>
        <pc:sldMkLst>
          <pc:docMk/>
          <pc:sldMk cId="0" sldId="261"/>
        </pc:sldMkLst>
        <pc:spChg chg="mod">
          <ac:chgData name="Anil Kumar S" userId="c4e05c69-1935-4d4e-9a3a-09af90e90761" providerId="ADAL" clId="{6D69B777-F16F-497B-A537-D450B283861C}" dt="2026-05-16T15:53:17.702" v="785" actId="2711"/>
          <ac:spMkLst>
            <pc:docMk/>
            <pc:sldMk cId="0" sldId="261"/>
            <ac:spMk id="3" creationId="{00000000-0000-0000-0000-000000000000}"/>
          </ac:spMkLst>
        </pc:spChg>
        <pc:spChg chg="mod">
          <ac:chgData name="Anil Kumar S" userId="c4e05c69-1935-4d4e-9a3a-09af90e90761" providerId="ADAL" clId="{6D69B777-F16F-497B-A537-D450B283861C}" dt="2026-05-16T15:53:17.702" v="785" actId="2711"/>
          <ac:spMkLst>
            <pc:docMk/>
            <pc:sldMk cId="0" sldId="261"/>
            <ac:spMk id="4" creationId="{00000000-0000-0000-0000-000000000000}"/>
          </ac:spMkLst>
        </pc:spChg>
        <pc:spChg chg="mod">
          <ac:chgData name="Anil Kumar S" userId="c4e05c69-1935-4d4e-9a3a-09af90e90761" providerId="ADAL" clId="{6D69B777-F16F-497B-A537-D450B283861C}" dt="2026-05-16T15:39:00.230" v="635" actId="1036"/>
          <ac:spMkLst>
            <pc:docMk/>
            <pc:sldMk cId="0" sldId="261"/>
            <ac:spMk id="8" creationId="{00000000-0000-0000-0000-000000000000}"/>
          </ac:spMkLst>
        </pc:spChg>
        <pc:spChg chg="mod">
          <ac:chgData name="Anil Kumar S" userId="c4e05c69-1935-4d4e-9a3a-09af90e90761" providerId="ADAL" clId="{6D69B777-F16F-497B-A537-D450B283861C}" dt="2026-05-16T15:53:17.702" v="785" actId="2711"/>
          <ac:spMkLst>
            <pc:docMk/>
            <pc:sldMk cId="0" sldId="261"/>
            <ac:spMk id="9" creationId="{00000000-0000-0000-0000-000000000000}"/>
          </ac:spMkLst>
        </pc:spChg>
        <pc:spChg chg="mod">
          <ac:chgData name="Anil Kumar S" userId="c4e05c69-1935-4d4e-9a3a-09af90e90761" providerId="ADAL" clId="{6D69B777-F16F-497B-A537-D450B283861C}" dt="2026-05-16T15:53:17.702" v="785" actId="2711"/>
          <ac:spMkLst>
            <pc:docMk/>
            <pc:sldMk cId="0" sldId="261"/>
            <ac:spMk id="12" creationId="{00000000-0000-0000-0000-000000000000}"/>
          </ac:spMkLst>
        </pc:spChg>
        <pc:spChg chg="mod">
          <ac:chgData name="Anil Kumar S" userId="c4e05c69-1935-4d4e-9a3a-09af90e90761" providerId="ADAL" clId="{6D69B777-F16F-497B-A537-D450B283861C}" dt="2026-05-16T15:53:17.702" v="785" actId="2711"/>
          <ac:spMkLst>
            <pc:docMk/>
            <pc:sldMk cId="0" sldId="261"/>
            <ac:spMk id="13" creationId="{00000000-0000-0000-0000-000000000000}"/>
          </ac:spMkLst>
        </pc:spChg>
        <pc:spChg chg="mod">
          <ac:chgData name="Anil Kumar S" userId="c4e05c69-1935-4d4e-9a3a-09af90e90761" providerId="ADAL" clId="{6D69B777-F16F-497B-A537-D450B283861C}" dt="2026-05-16T15:53:17.702" v="785" actId="2711"/>
          <ac:spMkLst>
            <pc:docMk/>
            <pc:sldMk cId="0" sldId="261"/>
            <ac:spMk id="14" creationId="{00000000-0000-0000-0000-000000000000}"/>
          </ac:spMkLst>
        </pc:spChg>
        <pc:spChg chg="mod">
          <ac:chgData name="Anil Kumar S" userId="c4e05c69-1935-4d4e-9a3a-09af90e90761" providerId="ADAL" clId="{6D69B777-F16F-497B-A537-D450B283861C}" dt="2026-05-16T15:53:17.702" v="785" actId="2711"/>
          <ac:spMkLst>
            <pc:docMk/>
            <pc:sldMk cId="0" sldId="261"/>
            <ac:spMk id="18" creationId="{00000000-0000-0000-0000-000000000000}"/>
          </ac:spMkLst>
        </pc:spChg>
        <pc:spChg chg="mod">
          <ac:chgData name="Anil Kumar S" userId="c4e05c69-1935-4d4e-9a3a-09af90e90761" providerId="ADAL" clId="{6D69B777-F16F-497B-A537-D450B283861C}" dt="2026-05-16T15:39:00.230" v="635" actId="1036"/>
          <ac:spMkLst>
            <pc:docMk/>
            <pc:sldMk cId="0" sldId="261"/>
            <ac:spMk id="19" creationId="{00000000-0000-0000-0000-000000000000}"/>
          </ac:spMkLst>
        </pc:spChg>
        <pc:spChg chg="mod">
          <ac:chgData name="Anil Kumar S" userId="c4e05c69-1935-4d4e-9a3a-09af90e90761" providerId="ADAL" clId="{6D69B777-F16F-497B-A537-D450B283861C}" dt="2026-05-18T02:46:37.110" v="1327" actId="20577"/>
          <ac:spMkLst>
            <pc:docMk/>
            <pc:sldMk cId="0" sldId="261"/>
            <ac:spMk id="21" creationId="{00000000-0000-0000-0000-000000000000}"/>
          </ac:spMkLst>
        </pc:spChg>
        <pc:spChg chg="mod">
          <ac:chgData name="Anil Kumar S" userId="c4e05c69-1935-4d4e-9a3a-09af90e90761" providerId="ADAL" clId="{6D69B777-F16F-497B-A537-D450B283861C}" dt="2026-05-18T02:43:05.102" v="1233" actId="1036"/>
          <ac:spMkLst>
            <pc:docMk/>
            <pc:sldMk cId="0" sldId="261"/>
            <ac:spMk id="22" creationId="{00000000-0000-0000-0000-000000000000}"/>
          </ac:spMkLst>
        </pc:spChg>
        <pc:spChg chg="mod">
          <ac:chgData name="Anil Kumar S" userId="c4e05c69-1935-4d4e-9a3a-09af90e90761" providerId="ADAL" clId="{6D69B777-F16F-497B-A537-D450B283861C}" dt="2026-05-18T02:43:05.102" v="1233" actId="1036"/>
          <ac:spMkLst>
            <pc:docMk/>
            <pc:sldMk cId="0" sldId="261"/>
            <ac:spMk id="23" creationId="{00000000-0000-0000-0000-000000000000}"/>
          </ac:spMkLst>
        </pc:spChg>
        <pc:spChg chg="mod">
          <ac:chgData name="Anil Kumar S" userId="c4e05c69-1935-4d4e-9a3a-09af90e90761" providerId="ADAL" clId="{6D69B777-F16F-497B-A537-D450B283861C}" dt="2026-05-18T02:43:10.142" v="1247" actId="1036"/>
          <ac:spMkLst>
            <pc:docMk/>
            <pc:sldMk cId="0" sldId="261"/>
            <ac:spMk id="24" creationId="{00000000-0000-0000-0000-000000000000}"/>
          </ac:spMkLst>
        </pc:spChg>
        <pc:spChg chg="mod">
          <ac:chgData name="Anil Kumar S" userId="c4e05c69-1935-4d4e-9a3a-09af90e90761" providerId="ADAL" clId="{6D69B777-F16F-497B-A537-D450B283861C}" dt="2026-05-18T02:43:05.102" v="1233" actId="1036"/>
          <ac:spMkLst>
            <pc:docMk/>
            <pc:sldMk cId="0" sldId="261"/>
            <ac:spMk id="25" creationId="{00000000-0000-0000-0000-000000000000}"/>
          </ac:spMkLst>
        </pc:spChg>
        <pc:spChg chg="mod">
          <ac:chgData name="Anil Kumar S" userId="c4e05c69-1935-4d4e-9a3a-09af90e90761" providerId="ADAL" clId="{6D69B777-F16F-497B-A537-D450B283861C}" dt="2026-05-18T02:43:05.102" v="1233" actId="1036"/>
          <ac:spMkLst>
            <pc:docMk/>
            <pc:sldMk cId="0" sldId="261"/>
            <ac:spMk id="26" creationId="{00000000-0000-0000-0000-000000000000}"/>
          </ac:spMkLst>
        </pc:spChg>
        <pc:spChg chg="mod">
          <ac:chgData name="Anil Kumar S" userId="c4e05c69-1935-4d4e-9a3a-09af90e90761" providerId="ADAL" clId="{6D69B777-F16F-497B-A537-D450B283861C}" dt="2026-05-18T02:43:18.840" v="1279" actId="1038"/>
          <ac:spMkLst>
            <pc:docMk/>
            <pc:sldMk cId="0" sldId="261"/>
            <ac:spMk id="27" creationId="{00000000-0000-0000-0000-000000000000}"/>
          </ac:spMkLst>
        </pc:spChg>
        <pc:spChg chg="add mod">
          <ac:chgData name="Anil Kumar S" userId="c4e05c69-1935-4d4e-9a3a-09af90e90761" providerId="ADAL" clId="{6D69B777-F16F-497B-A537-D450B283861C}" dt="2026-05-18T02:43:14.201" v="1262" actId="1036"/>
          <ac:spMkLst>
            <pc:docMk/>
            <pc:sldMk cId="0" sldId="261"/>
            <ac:spMk id="29" creationId="{B67F2535-9CA2-3289-99CB-464FBBC918D1}"/>
          </ac:spMkLst>
        </pc:spChg>
      </pc:sldChg>
      <pc:sldChg chg="modSp mod">
        <pc:chgData name="Anil Kumar S" userId="c4e05c69-1935-4d4e-9a3a-09af90e90761" providerId="ADAL" clId="{6D69B777-F16F-497B-A537-D450B283861C}" dt="2026-05-16T17:00:43.100" v="1116" actId="403"/>
        <pc:sldMkLst>
          <pc:docMk/>
          <pc:sldMk cId="0" sldId="264"/>
        </pc:sldMkLst>
        <pc:spChg chg="mod">
          <ac:chgData name="Anil Kumar S" userId="c4e05c69-1935-4d4e-9a3a-09af90e90761" providerId="ADAL" clId="{6D69B777-F16F-497B-A537-D450B283861C}" dt="2026-05-16T17:00:43.100" v="1116" actId="403"/>
          <ac:spMkLst>
            <pc:docMk/>
            <pc:sldMk cId="0" sldId="264"/>
            <ac:spMk id="7" creationId="{00000000-0000-0000-0000-000000000000}"/>
          </ac:spMkLst>
        </pc:spChg>
        <pc:spChg chg="mod">
          <ac:chgData name="Anil Kumar S" userId="c4e05c69-1935-4d4e-9a3a-09af90e90761" providerId="ADAL" clId="{6D69B777-F16F-497B-A537-D450B283861C}" dt="2026-05-16T17:00:43.100" v="1116" actId="403"/>
          <ac:spMkLst>
            <pc:docMk/>
            <pc:sldMk cId="0" sldId="264"/>
            <ac:spMk id="10" creationId="{00000000-0000-0000-0000-000000000000}"/>
          </ac:spMkLst>
        </pc:spChg>
        <pc:spChg chg="mod">
          <ac:chgData name="Anil Kumar S" userId="c4e05c69-1935-4d4e-9a3a-09af90e90761" providerId="ADAL" clId="{6D69B777-F16F-497B-A537-D450B283861C}" dt="2026-05-16T17:00:43.100" v="1116" actId="403"/>
          <ac:spMkLst>
            <pc:docMk/>
            <pc:sldMk cId="0" sldId="264"/>
            <ac:spMk id="11" creationId="{00000000-0000-0000-0000-000000000000}"/>
          </ac:spMkLst>
        </pc:spChg>
        <pc:spChg chg="mod">
          <ac:chgData name="Anil Kumar S" userId="c4e05c69-1935-4d4e-9a3a-09af90e90761" providerId="ADAL" clId="{6D69B777-F16F-497B-A537-D450B283861C}" dt="2026-05-16T17:00:43.100" v="1116" actId="403"/>
          <ac:spMkLst>
            <pc:docMk/>
            <pc:sldMk cId="0" sldId="264"/>
            <ac:spMk id="15" creationId="{00000000-0000-0000-0000-000000000000}"/>
          </ac:spMkLst>
        </pc:spChg>
        <pc:spChg chg="mod">
          <ac:chgData name="Anil Kumar S" userId="c4e05c69-1935-4d4e-9a3a-09af90e90761" providerId="ADAL" clId="{6D69B777-F16F-497B-A537-D450B283861C}" dt="2026-05-16T17:00:43.100" v="1116" actId="403"/>
          <ac:spMkLst>
            <pc:docMk/>
            <pc:sldMk cId="0" sldId="264"/>
            <ac:spMk id="18" creationId="{00000000-0000-0000-0000-000000000000}"/>
          </ac:spMkLst>
        </pc:spChg>
        <pc:spChg chg="mod">
          <ac:chgData name="Anil Kumar S" userId="c4e05c69-1935-4d4e-9a3a-09af90e90761" providerId="ADAL" clId="{6D69B777-F16F-497B-A537-D450B283861C}" dt="2026-05-16T17:00:43.100" v="1116" actId="403"/>
          <ac:spMkLst>
            <pc:docMk/>
            <pc:sldMk cId="0" sldId="264"/>
            <ac:spMk id="19" creationId="{00000000-0000-0000-0000-000000000000}"/>
          </ac:spMkLst>
        </pc:spChg>
        <pc:spChg chg="mod">
          <ac:chgData name="Anil Kumar S" userId="c4e05c69-1935-4d4e-9a3a-09af90e90761" providerId="ADAL" clId="{6D69B777-F16F-497B-A537-D450B283861C}" dt="2026-05-16T17:00:43.100" v="1116" actId="403"/>
          <ac:spMkLst>
            <pc:docMk/>
            <pc:sldMk cId="0" sldId="264"/>
            <ac:spMk id="23" creationId="{00000000-0000-0000-0000-000000000000}"/>
          </ac:spMkLst>
        </pc:spChg>
        <pc:spChg chg="mod">
          <ac:chgData name="Anil Kumar S" userId="c4e05c69-1935-4d4e-9a3a-09af90e90761" providerId="ADAL" clId="{6D69B777-F16F-497B-A537-D450B283861C}" dt="2026-05-16T17:00:43.100" v="1116" actId="403"/>
          <ac:spMkLst>
            <pc:docMk/>
            <pc:sldMk cId="0" sldId="264"/>
            <ac:spMk id="26" creationId="{00000000-0000-0000-0000-000000000000}"/>
          </ac:spMkLst>
        </pc:spChg>
        <pc:spChg chg="mod">
          <ac:chgData name="Anil Kumar S" userId="c4e05c69-1935-4d4e-9a3a-09af90e90761" providerId="ADAL" clId="{6D69B777-F16F-497B-A537-D450B283861C}" dt="2026-05-16T17:00:43.100" v="1116" actId="403"/>
          <ac:spMkLst>
            <pc:docMk/>
            <pc:sldMk cId="0" sldId="264"/>
            <ac:spMk id="28" creationId="{00000000-0000-0000-0000-000000000000}"/>
          </ac:spMkLst>
        </pc:spChg>
        <pc:spChg chg="mod">
          <ac:chgData name="Anil Kumar S" userId="c4e05c69-1935-4d4e-9a3a-09af90e90761" providerId="ADAL" clId="{6D69B777-F16F-497B-A537-D450B283861C}" dt="2026-05-16T17:00:43.100" v="1116" actId="403"/>
          <ac:spMkLst>
            <pc:docMk/>
            <pc:sldMk cId="0" sldId="264"/>
            <ac:spMk id="34" creationId="{00000000-0000-0000-0000-000000000000}"/>
          </ac:spMkLst>
        </pc:spChg>
      </pc:sldChg>
      <pc:sldChg chg="modSp mod">
        <pc:chgData name="Anil Kumar S" userId="c4e05c69-1935-4d4e-9a3a-09af90e90761" providerId="ADAL" clId="{6D69B777-F16F-497B-A537-D450B283861C}" dt="2026-05-16T17:01:26.242" v="1142" actId="1036"/>
        <pc:sldMkLst>
          <pc:docMk/>
          <pc:sldMk cId="0" sldId="265"/>
        </pc:sldMkLst>
        <pc:spChg chg="mod">
          <ac:chgData name="Anil Kumar S" userId="c4e05c69-1935-4d4e-9a3a-09af90e90761" providerId="ADAL" clId="{6D69B777-F16F-497B-A537-D450B283861C}" dt="2026-05-16T17:00:59.924" v="1119" actId="2711"/>
          <ac:spMkLst>
            <pc:docMk/>
            <pc:sldMk cId="0" sldId="265"/>
            <ac:spMk id="3" creationId="{00000000-0000-0000-0000-000000000000}"/>
          </ac:spMkLst>
        </pc:spChg>
        <pc:spChg chg="mod">
          <ac:chgData name="Anil Kumar S" userId="c4e05c69-1935-4d4e-9a3a-09af90e90761" providerId="ADAL" clId="{6D69B777-F16F-497B-A537-D450B283861C}" dt="2026-05-16T17:00:59.924" v="1119" actId="2711"/>
          <ac:spMkLst>
            <pc:docMk/>
            <pc:sldMk cId="0" sldId="265"/>
            <ac:spMk id="7" creationId="{00000000-0000-0000-0000-000000000000}"/>
          </ac:spMkLst>
        </pc:spChg>
        <pc:spChg chg="mod">
          <ac:chgData name="Anil Kumar S" userId="c4e05c69-1935-4d4e-9a3a-09af90e90761" providerId="ADAL" clId="{6D69B777-F16F-497B-A537-D450B283861C}" dt="2026-05-16T17:00:59.924" v="1119" actId="2711"/>
          <ac:spMkLst>
            <pc:docMk/>
            <pc:sldMk cId="0" sldId="265"/>
            <ac:spMk id="8" creationId="{00000000-0000-0000-0000-000000000000}"/>
          </ac:spMkLst>
        </pc:spChg>
        <pc:spChg chg="mod">
          <ac:chgData name="Anil Kumar S" userId="c4e05c69-1935-4d4e-9a3a-09af90e90761" providerId="ADAL" clId="{6D69B777-F16F-497B-A537-D450B283861C}" dt="2026-05-16T17:01:03.531" v="1120" actId="14100"/>
          <ac:spMkLst>
            <pc:docMk/>
            <pc:sldMk cId="0" sldId="265"/>
            <ac:spMk id="11" creationId="{00000000-0000-0000-0000-000000000000}"/>
          </ac:spMkLst>
        </pc:spChg>
        <pc:spChg chg="mod">
          <ac:chgData name="Anil Kumar S" userId="c4e05c69-1935-4d4e-9a3a-09af90e90761" providerId="ADAL" clId="{6D69B777-F16F-497B-A537-D450B283861C}" dt="2026-05-16T17:00:59.924" v="1119" actId="2711"/>
          <ac:spMkLst>
            <pc:docMk/>
            <pc:sldMk cId="0" sldId="265"/>
            <ac:spMk id="15" creationId="{00000000-0000-0000-0000-000000000000}"/>
          </ac:spMkLst>
        </pc:spChg>
        <pc:spChg chg="mod">
          <ac:chgData name="Anil Kumar S" userId="c4e05c69-1935-4d4e-9a3a-09af90e90761" providerId="ADAL" clId="{6D69B777-F16F-497B-A537-D450B283861C}" dt="2026-05-16T17:00:59.924" v="1119" actId="2711"/>
          <ac:spMkLst>
            <pc:docMk/>
            <pc:sldMk cId="0" sldId="265"/>
            <ac:spMk id="19" creationId="{00000000-0000-0000-0000-000000000000}"/>
          </ac:spMkLst>
        </pc:spChg>
        <pc:spChg chg="mod">
          <ac:chgData name="Anil Kumar S" userId="c4e05c69-1935-4d4e-9a3a-09af90e90761" providerId="ADAL" clId="{6D69B777-F16F-497B-A537-D450B283861C}" dt="2026-05-16T17:00:59.924" v="1119" actId="2711"/>
          <ac:spMkLst>
            <pc:docMk/>
            <pc:sldMk cId="0" sldId="265"/>
            <ac:spMk id="23" creationId="{00000000-0000-0000-0000-000000000000}"/>
          </ac:spMkLst>
        </pc:spChg>
        <pc:spChg chg="mod">
          <ac:chgData name="Anil Kumar S" userId="c4e05c69-1935-4d4e-9a3a-09af90e90761" providerId="ADAL" clId="{6D69B777-F16F-497B-A537-D450B283861C}" dt="2026-05-16T17:00:59.924" v="1119" actId="2711"/>
          <ac:spMkLst>
            <pc:docMk/>
            <pc:sldMk cId="0" sldId="265"/>
            <ac:spMk id="27" creationId="{00000000-0000-0000-0000-000000000000}"/>
          </ac:spMkLst>
        </pc:spChg>
        <pc:spChg chg="mod">
          <ac:chgData name="Anil Kumar S" userId="c4e05c69-1935-4d4e-9a3a-09af90e90761" providerId="ADAL" clId="{6D69B777-F16F-497B-A537-D450B283861C}" dt="2026-05-16T17:00:59.924" v="1119" actId="2711"/>
          <ac:spMkLst>
            <pc:docMk/>
            <pc:sldMk cId="0" sldId="265"/>
            <ac:spMk id="28" creationId="{00000000-0000-0000-0000-000000000000}"/>
          </ac:spMkLst>
        </pc:spChg>
        <pc:spChg chg="mod">
          <ac:chgData name="Anil Kumar S" userId="c4e05c69-1935-4d4e-9a3a-09af90e90761" providerId="ADAL" clId="{6D69B777-F16F-497B-A537-D450B283861C}" dt="2026-05-16T17:01:17.127" v="1123" actId="1076"/>
          <ac:spMkLst>
            <pc:docMk/>
            <pc:sldMk cId="0" sldId="265"/>
            <ac:spMk id="29" creationId="{00000000-0000-0000-0000-000000000000}"/>
          </ac:spMkLst>
        </pc:spChg>
        <pc:spChg chg="mod">
          <ac:chgData name="Anil Kumar S" userId="c4e05c69-1935-4d4e-9a3a-09af90e90761" providerId="ADAL" clId="{6D69B777-F16F-497B-A537-D450B283861C}" dt="2026-05-16T17:01:26.242" v="1142" actId="1036"/>
          <ac:spMkLst>
            <pc:docMk/>
            <pc:sldMk cId="0" sldId="265"/>
            <ac:spMk id="30" creationId="{00000000-0000-0000-0000-000000000000}"/>
          </ac:spMkLst>
        </pc:spChg>
        <pc:spChg chg="mod">
          <ac:chgData name="Anil Kumar S" userId="c4e05c69-1935-4d4e-9a3a-09af90e90761" providerId="ADAL" clId="{6D69B777-F16F-497B-A537-D450B283861C}" dt="2026-05-16T17:01:21.644" v="1136" actId="1036"/>
          <ac:spMkLst>
            <pc:docMk/>
            <pc:sldMk cId="0" sldId="265"/>
            <ac:spMk id="31" creationId="{00000000-0000-0000-0000-000000000000}"/>
          </ac:spMkLst>
        </pc:spChg>
        <pc:spChg chg="mod">
          <ac:chgData name="Anil Kumar S" userId="c4e05c69-1935-4d4e-9a3a-09af90e90761" providerId="ADAL" clId="{6D69B777-F16F-497B-A537-D450B283861C}" dt="2026-05-16T17:00:59.924" v="1119" actId="2711"/>
          <ac:spMkLst>
            <pc:docMk/>
            <pc:sldMk cId="0" sldId="265"/>
            <ac:spMk id="32" creationId="{00000000-0000-0000-0000-000000000000}"/>
          </ac:spMkLst>
        </pc:spChg>
      </pc:sldChg>
      <pc:sldChg chg="addSp delSp modSp add mod ord">
        <pc:chgData name="Anil Kumar S" userId="c4e05c69-1935-4d4e-9a3a-09af90e90761" providerId="ADAL" clId="{6D69B777-F16F-497B-A537-D450B283861C}" dt="2026-05-16T15:57:35.456" v="786" actId="1076"/>
        <pc:sldMkLst>
          <pc:docMk/>
          <pc:sldMk cId="3095530635" sldId="268"/>
        </pc:sldMkLst>
        <pc:spChg chg="mod">
          <ac:chgData name="Anil Kumar S" userId="c4e05c69-1935-4d4e-9a3a-09af90e90761" providerId="ADAL" clId="{6D69B777-F16F-497B-A537-D450B283861C}" dt="2026-05-16T15:20:43.575" v="169" actId="20577"/>
          <ac:spMkLst>
            <pc:docMk/>
            <pc:sldMk cId="3095530635" sldId="268"/>
            <ac:spMk id="4" creationId="{5380D916-64A4-B045-A2AD-23CA729A37E4}"/>
          </ac:spMkLst>
        </pc:spChg>
        <pc:spChg chg="add mod">
          <ac:chgData name="Anil Kumar S" userId="c4e05c69-1935-4d4e-9a3a-09af90e90761" providerId="ADAL" clId="{6D69B777-F16F-497B-A537-D450B283861C}" dt="2026-05-16T15:20:10.210" v="113" actId="207"/>
          <ac:spMkLst>
            <pc:docMk/>
            <pc:sldMk cId="3095530635" sldId="268"/>
            <ac:spMk id="18" creationId="{070C9C19-8ECB-425F-255D-F743F7E5BEC6}"/>
          </ac:spMkLst>
        </pc:spChg>
        <pc:spChg chg="add mod">
          <ac:chgData name="Anil Kumar S" userId="c4e05c69-1935-4d4e-9a3a-09af90e90761" providerId="ADAL" clId="{6D69B777-F16F-497B-A537-D450B283861C}" dt="2026-05-16T15:20:38.071" v="152" actId="1037"/>
          <ac:spMkLst>
            <pc:docMk/>
            <pc:sldMk cId="3095530635" sldId="268"/>
            <ac:spMk id="20" creationId="{8BCC5328-D11B-BBB8-200B-373192E7566F}"/>
          </ac:spMkLst>
        </pc:spChg>
        <pc:spChg chg="add mod">
          <ac:chgData name="Anil Kumar S" userId="c4e05c69-1935-4d4e-9a3a-09af90e90761" providerId="ADAL" clId="{6D69B777-F16F-497B-A537-D450B283861C}" dt="2026-05-16T15:21:26.544" v="179" actId="1076"/>
          <ac:spMkLst>
            <pc:docMk/>
            <pc:sldMk cId="3095530635" sldId="268"/>
            <ac:spMk id="22" creationId="{1DFD0948-A9B4-3784-54E6-7FA2AA51753B}"/>
          </ac:spMkLst>
        </pc:spChg>
        <pc:spChg chg="add mod">
          <ac:chgData name="Anil Kumar S" userId="c4e05c69-1935-4d4e-9a3a-09af90e90761" providerId="ADAL" clId="{6D69B777-F16F-497B-A537-D450B283861C}" dt="2026-05-16T15:57:35.456" v="786" actId="1076"/>
          <ac:spMkLst>
            <pc:docMk/>
            <pc:sldMk cId="3095530635" sldId="268"/>
            <ac:spMk id="24" creationId="{7C49C402-E0C0-9907-8EC6-77CEE71971B1}"/>
          </ac:spMkLst>
        </pc:spChg>
      </pc:sldChg>
      <pc:sldChg chg="addSp delSp modSp add mod">
        <pc:chgData name="Anil Kumar S" userId="c4e05c69-1935-4d4e-9a3a-09af90e90761" providerId="ADAL" clId="{6D69B777-F16F-497B-A537-D450B283861C}" dt="2026-05-18T02:32:38.922" v="1143" actId="478"/>
        <pc:sldMkLst>
          <pc:docMk/>
          <pc:sldMk cId="2000384406" sldId="269"/>
        </pc:sldMkLst>
        <pc:spChg chg="mod">
          <ac:chgData name="Anil Kumar S" userId="c4e05c69-1935-4d4e-9a3a-09af90e90761" providerId="ADAL" clId="{6D69B777-F16F-497B-A537-D450B283861C}" dt="2026-05-16T15:32:06.819" v="222" actId="2711"/>
          <ac:spMkLst>
            <pc:docMk/>
            <pc:sldMk cId="2000384406" sldId="269"/>
            <ac:spMk id="3" creationId="{AAEF8018-82E2-3A67-A2F8-CBEE1238AEA7}"/>
          </ac:spMkLst>
        </pc:spChg>
        <pc:spChg chg="mod">
          <ac:chgData name="Anil Kumar S" userId="c4e05c69-1935-4d4e-9a3a-09af90e90761" providerId="ADAL" clId="{6D69B777-F16F-497B-A537-D450B283861C}" dt="2026-05-16T15:35:47.031" v="497" actId="20577"/>
          <ac:spMkLst>
            <pc:docMk/>
            <pc:sldMk cId="2000384406" sldId="269"/>
            <ac:spMk id="4" creationId="{A48D9887-9BF4-CB22-84AF-76312E0FBE38}"/>
          </ac:spMkLst>
        </pc:spChg>
        <pc:spChg chg="add mod">
          <ac:chgData name="Anil Kumar S" userId="c4e05c69-1935-4d4e-9a3a-09af90e90761" providerId="ADAL" clId="{6D69B777-F16F-497B-A537-D450B283861C}" dt="2026-05-16T15:32:06.819" v="222" actId="2711"/>
          <ac:spMkLst>
            <pc:docMk/>
            <pc:sldMk cId="2000384406" sldId="269"/>
            <ac:spMk id="5" creationId="{EF62E94E-5986-963A-74DE-FD3AA5BBBC2D}"/>
          </ac:spMkLst>
        </pc:spChg>
        <pc:spChg chg="add del mod">
          <ac:chgData name="Anil Kumar S" userId="c4e05c69-1935-4d4e-9a3a-09af90e90761" providerId="ADAL" clId="{6D69B777-F16F-497B-A537-D450B283861C}" dt="2026-05-18T02:32:38.922" v="1143" actId="478"/>
          <ac:spMkLst>
            <pc:docMk/>
            <pc:sldMk cId="2000384406" sldId="269"/>
            <ac:spMk id="13" creationId="{78DBE9EB-037E-9759-974B-11DC969667E4}"/>
          </ac:spMkLst>
        </pc:spChg>
        <pc:spChg chg="add mod">
          <ac:chgData name="Anil Kumar S" userId="c4e05c69-1935-4d4e-9a3a-09af90e90761" providerId="ADAL" clId="{6D69B777-F16F-497B-A537-D450B283861C}" dt="2026-05-16T15:37:37.085" v="572" actId="113"/>
          <ac:spMkLst>
            <pc:docMk/>
            <pc:sldMk cId="2000384406" sldId="269"/>
            <ac:spMk id="15" creationId="{709C6D00-EB6F-15EF-4DD9-203962C27424}"/>
          </ac:spMkLst>
        </pc:spChg>
        <pc:spChg chg="add del mod">
          <ac:chgData name="Anil Kumar S" userId="c4e05c69-1935-4d4e-9a3a-09af90e90761" providerId="ADAL" clId="{6D69B777-F16F-497B-A537-D450B283861C}" dt="2026-05-16T15:35:43.128" v="487" actId="20577"/>
          <ac:spMkLst>
            <pc:docMk/>
            <pc:sldMk cId="2000384406" sldId="269"/>
            <ac:spMk id="20" creationId="{4229EBE6-6F39-2475-B890-05CDB1023974}"/>
          </ac:spMkLst>
        </pc:spChg>
        <pc:spChg chg="mod">
          <ac:chgData name="Anil Kumar S" userId="c4e05c69-1935-4d4e-9a3a-09af90e90761" providerId="ADAL" clId="{6D69B777-F16F-497B-A537-D450B283861C}" dt="2026-05-16T15:37:08.095" v="564" actId="14100"/>
          <ac:spMkLst>
            <pc:docMk/>
            <pc:sldMk cId="2000384406" sldId="269"/>
            <ac:spMk id="22" creationId="{5D702897-7015-BFF9-3C3A-E27F0E9C3E60}"/>
          </ac:spMkLst>
        </pc:spChg>
      </pc:sldChg>
      <pc:sldChg chg="addSp delSp modSp add mod ord">
        <pc:chgData name="Anil Kumar S" userId="c4e05c69-1935-4d4e-9a3a-09af90e90761" providerId="ADAL" clId="{6D69B777-F16F-497B-A537-D450B283861C}" dt="2026-05-16T16:55:56.619" v="1014" actId="207"/>
        <pc:sldMkLst>
          <pc:docMk/>
          <pc:sldMk cId="2965214848" sldId="270"/>
        </pc:sldMkLst>
        <pc:spChg chg="mod">
          <ac:chgData name="Anil Kumar S" userId="c4e05c69-1935-4d4e-9a3a-09af90e90761" providerId="ADAL" clId="{6D69B777-F16F-497B-A537-D450B283861C}" dt="2026-05-16T16:50:21.142" v="813" actId="20577"/>
          <ac:spMkLst>
            <pc:docMk/>
            <pc:sldMk cId="2965214848" sldId="270"/>
            <ac:spMk id="4" creationId="{5A2C4EA6-F9A2-30B5-4029-11828292852F}"/>
          </ac:spMkLst>
        </pc:spChg>
        <pc:spChg chg="add mod">
          <ac:chgData name="Anil Kumar S" userId="c4e05c69-1935-4d4e-9a3a-09af90e90761" providerId="ADAL" clId="{6D69B777-F16F-497B-A537-D450B283861C}" dt="2026-05-16T16:55:06.974" v="1000" actId="14100"/>
          <ac:spMkLst>
            <pc:docMk/>
            <pc:sldMk cId="2965214848" sldId="270"/>
            <ac:spMk id="6" creationId="{DEE10333-D7E3-9D5C-FD63-BCE7E316BE9E}"/>
          </ac:spMkLst>
        </pc:spChg>
        <pc:spChg chg="add mod">
          <ac:chgData name="Anil Kumar S" userId="c4e05c69-1935-4d4e-9a3a-09af90e90761" providerId="ADAL" clId="{6D69B777-F16F-497B-A537-D450B283861C}" dt="2026-05-16T16:54:45.844" v="939" actId="14100"/>
          <ac:spMkLst>
            <pc:docMk/>
            <pc:sldMk cId="2965214848" sldId="270"/>
            <ac:spMk id="7" creationId="{EC1FC82B-B271-2A08-F794-869D950EB9AE}"/>
          </ac:spMkLst>
        </pc:spChg>
        <pc:spChg chg="add mod">
          <ac:chgData name="Anil Kumar S" userId="c4e05c69-1935-4d4e-9a3a-09af90e90761" providerId="ADAL" clId="{6D69B777-F16F-497B-A537-D450B283861C}" dt="2026-05-16T16:55:09.911" v="1001" actId="14100"/>
          <ac:spMkLst>
            <pc:docMk/>
            <pc:sldMk cId="2965214848" sldId="270"/>
            <ac:spMk id="8" creationId="{B1CBD5FF-196A-FEE6-E03C-3C97BCCDC4A5}"/>
          </ac:spMkLst>
        </pc:spChg>
        <pc:spChg chg="add mod">
          <ac:chgData name="Anil Kumar S" userId="c4e05c69-1935-4d4e-9a3a-09af90e90761" providerId="ADAL" clId="{6D69B777-F16F-497B-A537-D450B283861C}" dt="2026-05-16T16:54:48.141" v="940" actId="14100"/>
          <ac:spMkLst>
            <pc:docMk/>
            <pc:sldMk cId="2965214848" sldId="270"/>
            <ac:spMk id="9" creationId="{BB7A1919-BD83-8E86-5A5A-36F5C9B464D6}"/>
          </ac:spMkLst>
        </pc:spChg>
        <pc:spChg chg="add mod">
          <ac:chgData name="Anil Kumar S" userId="c4e05c69-1935-4d4e-9a3a-09af90e90761" providerId="ADAL" clId="{6D69B777-F16F-497B-A537-D450B283861C}" dt="2026-05-16T16:55:13.327" v="1002" actId="14100"/>
          <ac:spMkLst>
            <pc:docMk/>
            <pc:sldMk cId="2965214848" sldId="270"/>
            <ac:spMk id="10" creationId="{D67AA74C-8D83-9245-7515-B41EA39DFADF}"/>
          </ac:spMkLst>
        </pc:spChg>
        <pc:spChg chg="add mod">
          <ac:chgData name="Anil Kumar S" userId="c4e05c69-1935-4d4e-9a3a-09af90e90761" providerId="ADAL" clId="{6D69B777-F16F-497B-A537-D450B283861C}" dt="2026-05-16T16:54:51.142" v="941" actId="14100"/>
          <ac:spMkLst>
            <pc:docMk/>
            <pc:sldMk cId="2965214848" sldId="270"/>
            <ac:spMk id="11" creationId="{ADE284E2-5D8B-B244-1F25-76C797BCDC71}"/>
          </ac:spMkLst>
        </pc:spChg>
        <pc:spChg chg="add mod">
          <ac:chgData name="Anil Kumar S" userId="c4e05c69-1935-4d4e-9a3a-09af90e90761" providerId="ADAL" clId="{6D69B777-F16F-497B-A537-D450B283861C}" dt="2026-05-16T16:55:02.699" v="999" actId="1036"/>
          <ac:spMkLst>
            <pc:docMk/>
            <pc:sldMk cId="2965214848" sldId="270"/>
            <ac:spMk id="14" creationId="{3281E485-F042-9473-74CE-95997513B08B}"/>
          </ac:spMkLst>
        </pc:spChg>
        <pc:spChg chg="add mod">
          <ac:chgData name="Anil Kumar S" userId="c4e05c69-1935-4d4e-9a3a-09af90e90761" providerId="ADAL" clId="{6D69B777-F16F-497B-A537-D450B283861C}" dt="2026-05-16T16:54:56.672" v="974" actId="1036"/>
          <ac:spMkLst>
            <pc:docMk/>
            <pc:sldMk cId="2965214848" sldId="270"/>
            <ac:spMk id="17" creationId="{DA7C7D6F-7756-2398-B7B3-D71F2D301A0E}"/>
          </ac:spMkLst>
        </pc:spChg>
        <pc:spChg chg="add mod">
          <ac:chgData name="Anil Kumar S" userId="c4e05c69-1935-4d4e-9a3a-09af90e90761" providerId="ADAL" clId="{6D69B777-F16F-497B-A537-D450B283861C}" dt="2026-05-16T16:54:56.672" v="974" actId="1036"/>
          <ac:spMkLst>
            <pc:docMk/>
            <pc:sldMk cId="2965214848" sldId="270"/>
            <ac:spMk id="19" creationId="{9C7FAE0B-45A9-72CE-5D30-9CB4978C694E}"/>
          </ac:spMkLst>
        </pc:spChg>
        <pc:spChg chg="mod">
          <ac:chgData name="Anil Kumar S" userId="c4e05c69-1935-4d4e-9a3a-09af90e90761" providerId="ADAL" clId="{6D69B777-F16F-497B-A537-D450B283861C}" dt="2026-05-16T16:51:13.347" v="814"/>
          <ac:spMkLst>
            <pc:docMk/>
            <pc:sldMk cId="2965214848" sldId="270"/>
            <ac:spMk id="20" creationId="{D3F0E2C4-5C77-D41C-7DC0-470C7183AD6D}"/>
          </ac:spMkLst>
        </pc:spChg>
        <pc:spChg chg="add mod">
          <ac:chgData name="Anil Kumar S" userId="c4e05c69-1935-4d4e-9a3a-09af90e90761" providerId="ADAL" clId="{6D69B777-F16F-497B-A537-D450B283861C}" dt="2026-05-16T16:55:52.726" v="1013" actId="113"/>
          <ac:spMkLst>
            <pc:docMk/>
            <pc:sldMk cId="2965214848" sldId="270"/>
            <ac:spMk id="23" creationId="{340C1696-0700-D4FE-1899-BB0DDBA99762}"/>
          </ac:spMkLst>
        </pc:spChg>
        <pc:spChg chg="add mod">
          <ac:chgData name="Anil Kumar S" userId="c4e05c69-1935-4d4e-9a3a-09af90e90761" providerId="ADAL" clId="{6D69B777-F16F-497B-A537-D450B283861C}" dt="2026-05-16T16:55:56.619" v="1014" actId="207"/>
          <ac:spMkLst>
            <pc:docMk/>
            <pc:sldMk cId="2965214848" sldId="270"/>
            <ac:spMk id="25" creationId="{BD375611-F3E7-D7DD-1274-6A3F561B00A1}"/>
          </ac:spMkLst>
        </pc:spChg>
      </pc:sldChg>
      <pc:sldChg chg="addSp delSp modSp add mod ord">
        <pc:chgData name="Anil Kumar S" userId="c4e05c69-1935-4d4e-9a3a-09af90e90761" providerId="ADAL" clId="{6D69B777-F16F-497B-A537-D450B283861C}" dt="2026-05-18T02:36:02.069" v="1213"/>
        <pc:sldMkLst>
          <pc:docMk/>
          <pc:sldMk cId="2085030067" sldId="271"/>
        </pc:sldMkLst>
        <pc:spChg chg="mod">
          <ac:chgData name="Anil Kumar S" userId="c4e05c69-1935-4d4e-9a3a-09af90e90761" providerId="ADAL" clId="{6D69B777-F16F-497B-A537-D450B283861C}" dt="2026-05-18T02:35:05.224" v="1195" actId="20577"/>
          <ac:spMkLst>
            <pc:docMk/>
            <pc:sldMk cId="2085030067" sldId="271"/>
            <ac:spMk id="4" creationId="{0E372A41-DCFB-B716-D3B8-E94CA758D8CC}"/>
          </ac:spMkLst>
        </pc:spChg>
        <pc:spChg chg="del">
          <ac:chgData name="Anil Kumar S" userId="c4e05c69-1935-4d4e-9a3a-09af90e90761" providerId="ADAL" clId="{6D69B777-F16F-497B-A537-D450B283861C}" dt="2026-05-18T02:33:52.442" v="1145" actId="478"/>
          <ac:spMkLst>
            <pc:docMk/>
            <pc:sldMk cId="2085030067" sldId="271"/>
            <ac:spMk id="5" creationId="{EE3EB1D6-F1B0-9923-552B-D3F857C59731}"/>
          </ac:spMkLst>
        </pc:spChg>
        <pc:spChg chg="del">
          <ac:chgData name="Anil Kumar S" userId="c4e05c69-1935-4d4e-9a3a-09af90e90761" providerId="ADAL" clId="{6D69B777-F16F-497B-A537-D450B283861C}" dt="2026-05-18T02:33:52.442" v="1145" actId="478"/>
          <ac:spMkLst>
            <pc:docMk/>
            <pc:sldMk cId="2085030067" sldId="271"/>
            <ac:spMk id="6" creationId="{AB2B74A7-5B39-3A53-70F4-2F9D1680E6D2}"/>
          </ac:spMkLst>
        </pc:spChg>
        <pc:spChg chg="del">
          <ac:chgData name="Anil Kumar S" userId="c4e05c69-1935-4d4e-9a3a-09af90e90761" providerId="ADAL" clId="{6D69B777-F16F-497B-A537-D450B283861C}" dt="2026-05-18T02:33:52.442" v="1145" actId="478"/>
          <ac:spMkLst>
            <pc:docMk/>
            <pc:sldMk cId="2085030067" sldId="271"/>
            <ac:spMk id="10" creationId="{9B40EC2A-8D16-820D-181D-C2318A4A168B}"/>
          </ac:spMkLst>
        </pc:spChg>
        <pc:spChg chg="del">
          <ac:chgData name="Anil Kumar S" userId="c4e05c69-1935-4d4e-9a3a-09af90e90761" providerId="ADAL" clId="{6D69B777-F16F-497B-A537-D450B283861C}" dt="2026-05-18T02:33:52.442" v="1145" actId="478"/>
          <ac:spMkLst>
            <pc:docMk/>
            <pc:sldMk cId="2085030067" sldId="271"/>
            <ac:spMk id="13" creationId="{450827C7-8D66-2597-4145-EA6D89941B94}"/>
          </ac:spMkLst>
        </pc:spChg>
        <pc:spChg chg="del">
          <ac:chgData name="Anil Kumar S" userId="c4e05c69-1935-4d4e-9a3a-09af90e90761" providerId="ADAL" clId="{6D69B777-F16F-497B-A537-D450B283861C}" dt="2026-05-18T02:33:52.442" v="1145" actId="478"/>
          <ac:spMkLst>
            <pc:docMk/>
            <pc:sldMk cId="2085030067" sldId="271"/>
            <ac:spMk id="19" creationId="{99251EC7-858B-1FAC-79F5-EE55BE99DBED}"/>
          </ac:spMkLst>
        </pc:spChg>
        <pc:spChg chg="del">
          <ac:chgData name="Anil Kumar S" userId="c4e05c69-1935-4d4e-9a3a-09af90e90761" providerId="ADAL" clId="{6D69B777-F16F-497B-A537-D450B283861C}" dt="2026-05-18T02:33:52.442" v="1145" actId="478"/>
          <ac:spMkLst>
            <pc:docMk/>
            <pc:sldMk cId="2085030067" sldId="271"/>
            <ac:spMk id="21" creationId="{600C95C8-83EF-AEE6-BB8F-87BAA2D8C3CE}"/>
          </ac:spMkLst>
        </pc:spChg>
        <pc:spChg chg="del">
          <ac:chgData name="Anil Kumar S" userId="c4e05c69-1935-4d4e-9a3a-09af90e90761" providerId="ADAL" clId="{6D69B777-F16F-497B-A537-D450B283861C}" dt="2026-05-18T02:33:52.442" v="1145" actId="478"/>
          <ac:spMkLst>
            <pc:docMk/>
            <pc:sldMk cId="2085030067" sldId="271"/>
            <ac:spMk id="23" creationId="{35E1B43A-0DF8-B021-16DD-8A0D3D8B51A3}"/>
          </ac:spMkLst>
        </pc:spChg>
        <pc:spChg chg="del">
          <ac:chgData name="Anil Kumar S" userId="c4e05c69-1935-4d4e-9a3a-09af90e90761" providerId="ADAL" clId="{6D69B777-F16F-497B-A537-D450B283861C}" dt="2026-05-18T02:33:52.442" v="1145" actId="478"/>
          <ac:spMkLst>
            <pc:docMk/>
            <pc:sldMk cId="2085030067" sldId="271"/>
            <ac:spMk id="26" creationId="{DEDF4544-76A6-08F3-233D-967E01BC0F4A}"/>
          </ac:spMkLst>
        </pc:spChg>
        <pc:spChg chg="del">
          <ac:chgData name="Anil Kumar S" userId="c4e05c69-1935-4d4e-9a3a-09af90e90761" providerId="ADAL" clId="{6D69B777-F16F-497B-A537-D450B283861C}" dt="2026-05-18T02:33:52.442" v="1145" actId="478"/>
          <ac:spMkLst>
            <pc:docMk/>
            <pc:sldMk cId="2085030067" sldId="271"/>
            <ac:spMk id="28" creationId="{AB5158DE-787B-DF13-4BD2-65E1B9049E80}"/>
          </ac:spMkLst>
        </pc:spChg>
        <pc:spChg chg="del">
          <ac:chgData name="Anil Kumar S" userId="c4e05c69-1935-4d4e-9a3a-09af90e90761" providerId="ADAL" clId="{6D69B777-F16F-497B-A537-D450B283861C}" dt="2026-05-18T02:33:52.442" v="1145" actId="478"/>
          <ac:spMkLst>
            <pc:docMk/>
            <pc:sldMk cId="2085030067" sldId="271"/>
            <ac:spMk id="31" creationId="{8E9BA42F-6DBA-9BB7-EF1D-D68B79D1BB94}"/>
          </ac:spMkLst>
        </pc:spChg>
        <pc:spChg chg="add del">
          <ac:chgData name="Anil Kumar S" userId="c4e05c69-1935-4d4e-9a3a-09af90e90761" providerId="ADAL" clId="{6D69B777-F16F-497B-A537-D450B283861C}" dt="2026-05-18T02:33:54.311" v="1147" actId="22"/>
          <ac:spMkLst>
            <pc:docMk/>
            <pc:sldMk cId="2085030067" sldId="271"/>
            <ac:spMk id="38" creationId="{20786A58-2266-15C9-554C-F2267A34A1BB}"/>
          </ac:spMkLst>
        </pc:spChg>
        <pc:spChg chg="add del">
          <ac:chgData name="Anil Kumar S" userId="c4e05c69-1935-4d4e-9a3a-09af90e90761" providerId="ADAL" clId="{6D69B777-F16F-497B-A537-D450B283861C}" dt="2026-05-18T02:34:00.378" v="1149" actId="22"/>
          <ac:spMkLst>
            <pc:docMk/>
            <pc:sldMk cId="2085030067" sldId="271"/>
            <ac:spMk id="40" creationId="{A016AF9C-900D-88C6-B4F4-2FCFA13B2E66}"/>
          </ac:spMkLst>
        </pc:spChg>
        <pc:graphicFrameChg chg="add del mod">
          <ac:chgData name="Anil Kumar S" userId="c4e05c69-1935-4d4e-9a3a-09af90e90761" providerId="ADAL" clId="{6D69B777-F16F-497B-A537-D450B283861C}" dt="2026-05-18T02:34:22.134" v="1157" actId="478"/>
          <ac:graphicFrameMkLst>
            <pc:docMk/>
            <pc:sldMk cId="2085030067" sldId="271"/>
            <ac:graphicFrameMk id="41" creationId="{3372CDDC-409A-93AE-07BE-EDF55E147091}"/>
          </ac:graphicFrameMkLst>
        </pc:graphicFrameChg>
        <pc:graphicFrameChg chg="add del mod">
          <ac:chgData name="Anil Kumar S" userId="c4e05c69-1935-4d4e-9a3a-09af90e90761" providerId="ADAL" clId="{6D69B777-F16F-497B-A537-D450B283861C}" dt="2026-05-18T02:34:22.134" v="1157" actId="478"/>
          <ac:graphicFrameMkLst>
            <pc:docMk/>
            <pc:sldMk cId="2085030067" sldId="271"/>
            <ac:graphicFrameMk id="42" creationId="{FE3225D4-7515-FA3B-D8F0-08923E1CFE63}"/>
          </ac:graphicFrameMkLst>
        </pc:graphicFrameChg>
        <pc:graphicFrameChg chg="add del mod">
          <ac:chgData name="Anil Kumar S" userId="c4e05c69-1935-4d4e-9a3a-09af90e90761" providerId="ADAL" clId="{6D69B777-F16F-497B-A537-D450B283861C}" dt="2026-05-18T02:34:22.134" v="1157" actId="478"/>
          <ac:graphicFrameMkLst>
            <pc:docMk/>
            <pc:sldMk cId="2085030067" sldId="271"/>
            <ac:graphicFrameMk id="43" creationId="{C3EAE784-7A23-2B9A-7796-DB9AAB6EEB1F}"/>
          </ac:graphicFrameMkLst>
        </pc:graphicFrameChg>
        <pc:graphicFrameChg chg="add del mod">
          <ac:chgData name="Anil Kumar S" userId="c4e05c69-1935-4d4e-9a3a-09af90e90761" providerId="ADAL" clId="{6D69B777-F16F-497B-A537-D450B283861C}" dt="2026-05-18T02:34:18.185" v="1156" actId="478"/>
          <ac:graphicFrameMkLst>
            <pc:docMk/>
            <pc:sldMk cId="2085030067" sldId="271"/>
            <ac:graphicFrameMk id="44" creationId="{0D31BC03-5C0C-360F-995D-389C451B665C}"/>
          </ac:graphicFrameMkLst>
        </pc:graphicFrameChg>
        <pc:graphicFrameChg chg="add del mod modGraphic">
          <ac:chgData name="Anil Kumar S" userId="c4e05c69-1935-4d4e-9a3a-09af90e90761" providerId="ADAL" clId="{6D69B777-F16F-497B-A537-D450B283861C}" dt="2026-05-18T02:34:15.949" v="1155" actId="478"/>
          <ac:graphicFrameMkLst>
            <pc:docMk/>
            <pc:sldMk cId="2085030067" sldId="271"/>
            <ac:graphicFrameMk id="45" creationId="{A52D7CD1-9E68-75E8-8AB3-BEDA28B3BAD4}"/>
          </ac:graphicFrameMkLst>
        </pc:graphicFrameChg>
        <pc:graphicFrameChg chg="add del mod modGraphic">
          <ac:chgData name="Anil Kumar S" userId="c4e05c69-1935-4d4e-9a3a-09af90e90761" providerId="ADAL" clId="{6D69B777-F16F-497B-A537-D450B283861C}" dt="2026-05-18T02:34:13.926" v="1153" actId="478"/>
          <ac:graphicFrameMkLst>
            <pc:docMk/>
            <pc:sldMk cId="2085030067" sldId="271"/>
            <ac:graphicFrameMk id="46" creationId="{F669025D-E52A-0B29-C306-3EFC2F96AEC0}"/>
          </ac:graphicFrameMkLst>
        </pc:graphicFrameChg>
        <pc:graphicFrameChg chg="add mod modGraphic">
          <ac:chgData name="Anil Kumar S" userId="c4e05c69-1935-4d4e-9a3a-09af90e90761" providerId="ADAL" clId="{6D69B777-F16F-497B-A537-D450B283861C}" dt="2026-05-18T02:35:48.055" v="1211" actId="1076"/>
          <ac:graphicFrameMkLst>
            <pc:docMk/>
            <pc:sldMk cId="2085030067" sldId="271"/>
            <ac:graphicFrameMk id="47" creationId="{F7119F75-8A8D-7950-EE03-1737F3B57A6D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3805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C0E5D-B459-72BE-B260-42A0EA6A9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651519-6868-A14B-A092-C6CF58FBFB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BCA33D-5EFC-B934-BEB9-4D6F7F7A38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2E5475-16B6-C85A-EEF8-A906E5BAC2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9071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86B77-C1A9-7503-E615-464927A21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C78D6C-8AED-54F3-239E-1CD3AD307F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F3BEFD-52C9-8AF1-93B7-14BF8432CC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32B147-D76A-1C25-EFD4-09013844A6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1940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0A220-8625-0505-E97C-D3CC7B52B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E99AFA-2E65-7C45-B086-A72C65D854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0F66C2-D91B-BA19-D321-111EAD4CDB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B2EC6D-A5B5-AA4C-729A-8BA505CFBA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3748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6BF99-71D2-415B-4176-AB0EB0AF3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052B8C-FF8D-A74B-E490-ED32360E42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96E509-381F-BF5C-3FDB-31546BF4BA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7F2B1C-DDF1-112F-2D73-7CCF23CB0C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516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BEA70-EBD1-F0C2-2E3C-F1CC8C7F5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BDC74D-7E34-A576-98D2-DC618699E0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DAD85A-7A87-E22F-FD95-EF7629FBC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F1281-25FE-20DF-77CF-FCD5925F24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3416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33EDA-09F4-A392-FC23-492E71669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4EB898-AE7F-A6FA-24EB-22393C7713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92E450-718A-C59E-05D6-E72E958796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470DC-9FDB-DA7B-6895-F2285FF075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3539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F464E-18E2-37AB-8CB3-6E02ED968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E0EBB6-2CF1-C5B8-B966-324084A852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FD473E-4B99-6794-6C20-1934300EEF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8508B6-EC85-5262-46DD-1AE5E1A639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5451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0D2550"/>
          </a:solidFill>
          <a:ln w="25400">
            <a:solidFill>
              <a:srgbClr val="1A40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0A1E40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ARCHITECTURE SERIES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5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 Step-by-Step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ChatGPT, Claude, Gemini &amp; Google Translate actually work — and why it changed AI forever.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E40"/>
          </a:solidFill>
          <a:ln w="12700">
            <a:solidFill>
              <a:srgbClr val="0D1E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on: Attention Is All You Need — Vaswani et al., Google (2017)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A3E"/>
          </a:solidFill>
          <a:ln w="12700">
            <a:solidFill>
              <a:srgbClr val="0B1A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UNDERSTANDING THIS MATTERS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Tool You Use Runs on This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1325880"/>
          </a:xfrm>
          <a:prstGeom prst="rect">
            <a:avLst/>
          </a:prstGeom>
          <a:solidFill>
            <a:srgbClr val="0B1A3E"/>
          </a:solidFill>
          <a:ln w="12700">
            <a:solidFill>
              <a:srgbClr val="0B1A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109728" cy="132588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15568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treat AI as a black box.</a:t>
            </a:r>
            <a:endParaRPr lang="en-US" sz="2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about to be different.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2606040"/>
            <a:ext cx="26517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606040"/>
            <a:ext cx="2651760" cy="731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788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Better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320040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how models think helps you write better prompts and get better results.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2606040"/>
            <a:ext cx="26517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2606040"/>
            <a:ext cx="2651760" cy="73152"/>
          </a:xfrm>
          <a:prstGeom prst="rect">
            <a:avLst/>
          </a:prstGeom>
          <a:solidFill>
            <a:srgbClr val="22D3A5"/>
          </a:solidFill>
          <a:ln w="12700">
            <a:solidFill>
              <a:srgbClr val="22D3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2788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Hype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37560" y="320040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difference between real capability and marketing when new AI tools drop.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2606040"/>
            <a:ext cx="26517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2606040"/>
            <a:ext cx="2651760" cy="7315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2788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Explain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72200" y="320040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yourself from people who just use AI — be someone who understands and builds with it.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A3E"/>
          </a:solidFill>
          <a:ln w="12700">
            <a:solidFill>
              <a:srgbClr val="0B1A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WAY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Used to Process Language: RNNs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53035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430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RNNs Work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reading a book by reading one word, pausing, writing a note about that word, then moving to the next.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by word. Note by note. All the way to the end.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1280160" cy="548640"/>
          </a:xfrm>
          <a:prstGeom prst="rect">
            <a:avLst/>
          </a:prstGeom>
          <a:solidFill>
            <a:srgbClr val="0B1A3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6974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737360" y="2926080"/>
            <a:ext cx="365760" cy="914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0" y="2697480"/>
            <a:ext cx="1280160" cy="548640"/>
          </a:xfrm>
          <a:prstGeom prst="rect">
            <a:avLst/>
          </a:prstGeom>
          <a:solidFill>
            <a:srgbClr val="0B1A3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26974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83280" y="2926080"/>
            <a:ext cx="365760" cy="914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0" y="2697480"/>
            <a:ext cx="1280160" cy="548640"/>
          </a:xfrm>
          <a:prstGeom prst="rect">
            <a:avLst/>
          </a:prstGeom>
          <a:solidFill>
            <a:srgbClr val="0B1A3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26974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0" y="2926080"/>
            <a:ext cx="365760" cy="914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94960" y="2697480"/>
            <a:ext cx="1280160" cy="548640"/>
          </a:xfrm>
          <a:prstGeom prst="rect">
            <a:avLst/>
          </a:prstGeom>
          <a:solidFill>
            <a:srgbClr val="0B1A3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0" y="26974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675120" y="2926080"/>
            <a:ext cx="365760" cy="914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0" y="2697480"/>
            <a:ext cx="1280160" cy="548640"/>
          </a:xfrm>
          <a:prstGeom prst="rect">
            <a:avLst/>
          </a:prstGeom>
          <a:solidFill>
            <a:srgbClr val="0B1A3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26974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One word at a time, sequentially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749040"/>
            <a:ext cx="4251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749040"/>
            <a:ext cx="4251960" cy="73152"/>
          </a:xfrm>
          <a:prstGeom prst="rect">
            <a:avLst/>
          </a:prstGeom>
          <a:solidFill>
            <a:srgbClr val="FF4E6A"/>
          </a:solidFill>
          <a:ln w="12700">
            <a:solidFill>
              <a:srgbClr val="FF4E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85876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1: Forgets Context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420624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game of telephone — information from early words gets weaker with each step. This is the vanishing gradient problem.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00600" y="3749040"/>
            <a:ext cx="4251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00600" y="3749040"/>
            <a:ext cx="4251960" cy="7315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385876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2: Painfully Slow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37760" y="420624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RNNs can't process multiple words at once. Your GPU sits idle waiting. Processing long text took weeks of compute.</a:t>
            </a:r>
            <a:endParaRPr lang="en-US" sz="11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524C2B8-484F-DD7C-FC8A-B187251C9704}"/>
              </a:ext>
            </a:extLst>
          </p:cNvPr>
          <p:cNvSpPr txBox="1"/>
          <p:nvPr/>
        </p:nvSpPr>
        <p:spPr>
          <a:xfrm>
            <a:off x="6340411" y="1143000"/>
            <a:ext cx="22284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i="1" dirty="0"/>
              <a:t>RNN Needs less GPU than Transformer models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BF93865-7BF1-8DE6-8A16-00263360420A}"/>
              </a:ext>
            </a:extLst>
          </p:cNvPr>
          <p:cNvSpPr txBox="1"/>
          <p:nvPr/>
        </p:nvSpPr>
        <p:spPr>
          <a:xfrm>
            <a:off x="6270611" y="2097019"/>
            <a:ext cx="29780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1" dirty="0"/>
              <a:t>But has Vanishing Gradient Problem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9" grpId="0" animBg="1"/>
      <p:bldP spid="3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BREAKTHROUGH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Is All You Need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589520" y="228600"/>
            <a:ext cx="1280160" cy="1280160"/>
          </a:xfrm>
          <a:prstGeom prst="ellipse">
            <a:avLst/>
          </a:prstGeom>
          <a:solidFill>
            <a:srgbClr val="0D2550"/>
          </a:solidFill>
          <a:ln w="25400">
            <a:solidFill>
              <a:srgbClr val="00C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0" y="32004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animal didn't cross the street because it was too tired."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"it" refer to? ← This is hard for AI to figure out.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3401568"/>
            <a:ext cx="822960" cy="73152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49300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8221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783080" y="2590800"/>
            <a:ext cx="822960" cy="8839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0" y="349300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45920" y="38221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71800" y="3401568"/>
            <a:ext cx="822960" cy="73152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4640" y="349300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didn't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34640" y="38221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60520" y="3401568"/>
            <a:ext cx="822960" cy="73152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0" y="349300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023360" y="38221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49240" y="3401568"/>
            <a:ext cx="822960" cy="73152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0" y="349300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12080" y="38221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37960" y="3401568"/>
            <a:ext cx="822960" cy="73152"/>
          </a:xfrm>
          <a:prstGeom prst="rect">
            <a:avLst/>
          </a:prstGeom>
          <a:solidFill>
            <a:srgbClr val="0D2550"/>
          </a:solidFill>
          <a:ln w="12700">
            <a:solidFill>
              <a:srgbClr val="0D25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349300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38221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726680" y="3393440"/>
            <a:ext cx="822960" cy="81280"/>
          </a:xfrm>
          <a:prstGeom prst="rect">
            <a:avLst/>
          </a:prstGeom>
          <a:solidFill>
            <a:srgbClr val="1A5070"/>
          </a:solidFill>
          <a:ln w="12700">
            <a:solidFill>
              <a:srgbClr val="1A50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89520" y="349300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589520" y="38221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scores for the word "it" — 87% weight on "animal"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480560"/>
            <a:ext cx="8412480" cy="502920"/>
          </a:xfrm>
          <a:prstGeom prst="rect">
            <a:avLst/>
          </a:prstGeom>
          <a:solidFill>
            <a:srgbClr val="0D2550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5079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Instead of reading word-by-word, every word looks at EVERY other word and decides which ones matter most.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A3E"/>
          </a:solidFill>
          <a:ln w="12700">
            <a:solidFill>
              <a:srgbClr val="0B1A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PROCESSING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Transformer Reads Text: 3 Steps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7432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2743200" cy="822960"/>
          </a:xfrm>
          <a:prstGeom prst="rect">
            <a:avLst/>
          </a:prstGeom>
          <a:solidFill>
            <a:srgbClr val="0B1A3E"/>
          </a:solidFill>
          <a:ln w="12700">
            <a:solidFill>
              <a:srgbClr val="0B1A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15568"/>
            <a:ext cx="594360" cy="59436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155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117043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1480" y="1965960"/>
            <a:ext cx="2560320" cy="457200"/>
          </a:xfrm>
          <a:prstGeom prst="rect">
            <a:avLst/>
          </a:prstGeom>
          <a:solidFill>
            <a:srgbClr val="0B1A3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0253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"How are you?" → [How] [are] [you] [?]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5603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is broken into tokens — usually words or parts of words. "Understanding" may split into "Under" + "standing". Vocabulary: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0" y="1051560"/>
            <a:ext cx="27432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051560"/>
            <a:ext cx="2743200" cy="822960"/>
          </a:xfrm>
          <a:prstGeom prst="rect">
            <a:avLst/>
          </a:prstGeom>
          <a:solidFill>
            <a:srgbClr val="0B1A3E"/>
          </a:solidFill>
          <a:ln w="12700">
            <a:solidFill>
              <a:srgbClr val="0B1A3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37560" y="1115568"/>
            <a:ext cx="594360" cy="594360"/>
          </a:xfrm>
          <a:prstGeom prst="ellipse">
            <a:avLst/>
          </a:prstGeom>
          <a:solidFill>
            <a:srgbClr val="22D3A5"/>
          </a:solidFill>
          <a:ln w="12700">
            <a:solidFill>
              <a:srgbClr val="22D3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1155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023360" y="117043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291840" y="1965960"/>
            <a:ext cx="2560320" cy="457200"/>
          </a:xfrm>
          <a:prstGeom prst="rect">
            <a:avLst/>
          </a:prstGeom>
          <a:solidFill>
            <a:srgbClr val="0B1A3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200253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D3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 token → 512 numbers (a vector)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25603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token is converted to 512 numbers capturing its meaning. Similar words get similar vectors: "king" and "queen" are close; "king" and "banana" are far apart.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80760" y="1051560"/>
            <a:ext cx="27432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80760" y="1051560"/>
            <a:ext cx="2743200" cy="822960"/>
          </a:xfrm>
          <a:prstGeom prst="rect">
            <a:avLst/>
          </a:prstGeom>
          <a:solidFill>
            <a:srgbClr val="0B1A3E"/>
          </a:solidFill>
          <a:ln w="12700">
            <a:solidFill>
              <a:srgbClr val="0B1A3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1115568"/>
            <a:ext cx="594360" cy="59436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11155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903720" y="117043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Encoding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72200" y="1965960"/>
            <a:ext cx="2560320" cy="457200"/>
          </a:xfrm>
          <a:prstGeom prst="rect">
            <a:avLst/>
          </a:prstGeom>
          <a:solidFill>
            <a:srgbClr val="0B1A3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200253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"Dog bites man" ≠ "Man bites dog"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25603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attention sees all words at once, we add a position signal (sine/cosine waves) so the model knows both WHAT each word means AND WHERE it sits in the sentence.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063240" y="2926080"/>
            <a:ext cx="228600" cy="731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0" y="2926080"/>
            <a:ext cx="228600" cy="731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A2089B-60D3-6EDC-C87E-C8832682D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C308563-44B7-E139-C08E-C63123C18811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A3E"/>
          </a:solidFill>
          <a:ln w="12700">
            <a:solidFill>
              <a:srgbClr val="0B1A3E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72CD11A-6635-6113-D695-24E61A8EB8D5}"/>
              </a:ext>
            </a:extLst>
          </p:cNvPr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DEEP DIVE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380D916-64A4-B045-A2AD-23CA729A37E4}"/>
              </a:ext>
            </a:extLst>
          </p:cNvPr>
          <p:cNvSpPr/>
          <p:nvPr/>
        </p:nvSpPr>
        <p:spPr>
          <a:xfrm>
            <a:off x="457200" y="43891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Model</a:t>
            </a:r>
            <a:endParaRPr lang="en-US" sz="200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70C9C19-8ECB-425F-255D-F743F7E5BEC6}"/>
              </a:ext>
            </a:extLst>
          </p:cNvPr>
          <p:cNvSpPr/>
          <p:nvPr/>
        </p:nvSpPr>
        <p:spPr>
          <a:xfrm>
            <a:off x="372533" y="1307253"/>
            <a:ext cx="8554720" cy="367114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CC5328-D11B-BBB8-200B-373192E7566F}"/>
              </a:ext>
            </a:extLst>
          </p:cNvPr>
          <p:cNvSpPr txBox="1"/>
          <p:nvPr/>
        </p:nvSpPr>
        <p:spPr>
          <a:xfrm>
            <a:off x="453814" y="929716"/>
            <a:ext cx="81584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i="1" dirty="0"/>
              <a:t>Transformer is a modern AI architecture introduced by Google in 2017.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FD0948-A9B4-3784-54E6-7FA2AA51753B}"/>
              </a:ext>
            </a:extLst>
          </p:cNvPr>
          <p:cNvSpPr txBox="1"/>
          <p:nvPr/>
        </p:nvSpPr>
        <p:spPr>
          <a:xfrm>
            <a:off x="457200" y="1546982"/>
            <a:ext cx="457877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Parallel processing (very fast)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Better context understanding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Handles long text efficiently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GPU-friendly architecture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Scales to billions of parameters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49C402-E0C0-9907-8EC6-77CEE71971B1}"/>
              </a:ext>
            </a:extLst>
          </p:cNvPr>
          <p:cNvSpPr txBox="1"/>
          <p:nvPr/>
        </p:nvSpPr>
        <p:spPr>
          <a:xfrm>
            <a:off x="6146800" y="1661123"/>
            <a:ext cx="246549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0070C0"/>
                </a:solidFill>
              </a:rPr>
              <a:t>Input Text</a:t>
            </a:r>
          </a:p>
          <a:p>
            <a:r>
              <a:rPr lang="en-IN" b="1" dirty="0">
                <a:solidFill>
                  <a:srgbClr val="0070C0"/>
                </a:solidFill>
              </a:rPr>
              <a:t>   ↓</a:t>
            </a:r>
          </a:p>
          <a:p>
            <a:r>
              <a:rPr lang="en-IN" b="1" dirty="0">
                <a:solidFill>
                  <a:srgbClr val="0070C0"/>
                </a:solidFill>
              </a:rPr>
              <a:t>Tokens</a:t>
            </a:r>
          </a:p>
          <a:p>
            <a:r>
              <a:rPr lang="en-IN" b="1" dirty="0">
                <a:solidFill>
                  <a:srgbClr val="0070C0"/>
                </a:solidFill>
              </a:rPr>
              <a:t>   ↓</a:t>
            </a:r>
          </a:p>
          <a:p>
            <a:r>
              <a:rPr lang="en-IN" b="1" dirty="0">
                <a:solidFill>
                  <a:srgbClr val="0070C0"/>
                </a:solidFill>
              </a:rPr>
              <a:t>Embeddings</a:t>
            </a:r>
          </a:p>
          <a:p>
            <a:r>
              <a:rPr lang="en-IN" b="1" dirty="0">
                <a:solidFill>
                  <a:srgbClr val="0070C0"/>
                </a:solidFill>
              </a:rPr>
              <a:t>   ↓</a:t>
            </a:r>
          </a:p>
          <a:p>
            <a:r>
              <a:rPr lang="en-IN" b="1" dirty="0">
                <a:solidFill>
                  <a:srgbClr val="0070C0"/>
                </a:solidFill>
              </a:rPr>
              <a:t>Attention Layers</a:t>
            </a:r>
          </a:p>
          <a:p>
            <a:r>
              <a:rPr lang="en-IN" b="1" dirty="0">
                <a:solidFill>
                  <a:srgbClr val="0070C0"/>
                </a:solidFill>
              </a:rPr>
              <a:t>   ↓</a:t>
            </a:r>
          </a:p>
          <a:p>
            <a:r>
              <a:rPr lang="en-IN" b="1" dirty="0">
                <a:solidFill>
                  <a:srgbClr val="0070C0"/>
                </a:solidFill>
              </a:rPr>
              <a:t>Predicted Next Word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419B257-4288-6DEB-E343-D78D7535E40B}"/>
              </a:ext>
            </a:extLst>
          </p:cNvPr>
          <p:cNvCxnSpPr/>
          <p:nvPr/>
        </p:nvCxnSpPr>
        <p:spPr>
          <a:xfrm>
            <a:off x="5669280" y="1584960"/>
            <a:ext cx="0" cy="3251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5530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25A62E-801E-7178-1F7B-FFABB3086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A1AAD90-5BC2-8D5F-69EF-DD1EA743753C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A3E"/>
          </a:solidFill>
          <a:ln w="12700">
            <a:solidFill>
              <a:srgbClr val="0B1A3E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C77A4FE-A37C-4847-4019-F6BA84068DE5}"/>
              </a:ext>
            </a:extLst>
          </p:cNvPr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8FF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ARCHITECTURE DEEP DIVE</a:t>
            </a:r>
            <a:endParaRPr lang="en-US" sz="1100" dirty="0">
              <a:latin typeface="Aptos Narrow" panose="020B0004020202020204" pitchFamily="34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4B191A8-474B-F439-0B22-AA4CE72E0114}"/>
              </a:ext>
            </a:extLst>
          </p:cNvPr>
          <p:cNvSpPr/>
          <p:nvPr/>
        </p:nvSpPr>
        <p:spPr>
          <a:xfrm>
            <a:off x="457200" y="43891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Vectors</a:t>
            </a:r>
            <a:endParaRPr lang="en-US" sz="2000" dirty="0">
              <a:latin typeface="Aptos Narrow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BCB57E-645A-76A7-C6E7-9BFB86C09E85}"/>
              </a:ext>
            </a:extLst>
          </p:cNvPr>
          <p:cNvSpPr txBox="1"/>
          <p:nvPr/>
        </p:nvSpPr>
        <p:spPr>
          <a:xfrm>
            <a:off x="453814" y="929716"/>
            <a:ext cx="81584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latin typeface="Aptos Narrow" panose="020B0004020202020204" pitchFamily="34" charset="0"/>
              </a:rPr>
              <a:t>Numerical vector representations of text used by AI models to understand meaning and similarity.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0648F6-56DD-A463-F64A-03445C30B5B2}"/>
              </a:ext>
            </a:extLst>
          </p:cNvPr>
          <p:cNvSpPr/>
          <p:nvPr/>
        </p:nvSpPr>
        <p:spPr>
          <a:xfrm>
            <a:off x="372533" y="1361440"/>
            <a:ext cx="8507307" cy="370890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ptos Narrow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D66E810-3777-1FE0-5203-31984230C262}"/>
              </a:ext>
            </a:extLst>
          </p:cNvPr>
          <p:cNvSpPr/>
          <p:nvPr/>
        </p:nvSpPr>
        <p:spPr>
          <a:xfrm>
            <a:off x="1293715" y="1513399"/>
            <a:ext cx="2475653" cy="3693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 err="1">
                <a:latin typeface="Aptos Narrow" panose="020B0004020202020204" pitchFamily="34" charset="0"/>
              </a:rPr>
              <a:t>Eucladian</a:t>
            </a:r>
            <a:r>
              <a:rPr lang="en-IN" sz="2000" b="1" dirty="0">
                <a:latin typeface="Aptos Narrow" panose="020B0004020202020204" pitchFamily="34" charset="0"/>
              </a:rPr>
              <a:t> Distance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7B48BB-62A4-1D2F-261E-2EE2A708D200}"/>
              </a:ext>
            </a:extLst>
          </p:cNvPr>
          <p:cNvSpPr txBox="1"/>
          <p:nvPr/>
        </p:nvSpPr>
        <p:spPr>
          <a:xfrm>
            <a:off x="1139622" y="1975901"/>
            <a:ext cx="2788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i="1" dirty="0">
                <a:latin typeface="Aptos Narrow" panose="020B0004020202020204" pitchFamily="34" charset="0"/>
              </a:rPr>
              <a:t>How far two vectors are from each other (DISTANCE)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4B0CCC7-C281-7180-10D4-5F9F1C445850}"/>
              </a:ext>
            </a:extLst>
          </p:cNvPr>
          <p:cNvSpPr/>
          <p:nvPr/>
        </p:nvSpPr>
        <p:spPr>
          <a:xfrm>
            <a:off x="1296256" y="2775707"/>
            <a:ext cx="2475653" cy="3693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latin typeface="Aptos Narrow" panose="020B0004020202020204" pitchFamily="34" charset="0"/>
              </a:rPr>
              <a:t>Cosine Similarity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C43B6E-06A3-8F35-4669-C0112D40176A}"/>
              </a:ext>
            </a:extLst>
          </p:cNvPr>
          <p:cNvSpPr txBox="1"/>
          <p:nvPr/>
        </p:nvSpPr>
        <p:spPr>
          <a:xfrm>
            <a:off x="1139621" y="3188344"/>
            <a:ext cx="292395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i="1" dirty="0">
                <a:latin typeface="Aptos Narrow" panose="020B0004020202020204" pitchFamily="34" charset="0"/>
              </a:rPr>
              <a:t>Whether two vectors point in the same direction - Semantic (SIMILARITY)</a:t>
            </a:r>
            <a:endParaRPr lang="en-IN" i="1" dirty="0">
              <a:latin typeface="Aptos Narrow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02671F-D387-281C-7D6A-0392702E8203}"/>
              </a:ext>
            </a:extLst>
          </p:cNvPr>
          <p:cNvSpPr txBox="1"/>
          <p:nvPr/>
        </p:nvSpPr>
        <p:spPr>
          <a:xfrm>
            <a:off x="616373" y="4482233"/>
            <a:ext cx="74845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latin typeface="Aptos Narrow" panose="020B0004020202020204" pitchFamily="34" charset="0"/>
              </a:rPr>
              <a:t>SEMANTIC SEARCH - </a:t>
            </a:r>
            <a:r>
              <a:rPr lang="en-US" sz="1600" dirty="0">
                <a:latin typeface="Aptos Narrow" panose="020B0004020202020204" pitchFamily="34" charset="0"/>
              </a:rPr>
              <a:t>Semantic search retrieves information based on meaning rather than exact text matching.</a:t>
            </a:r>
            <a:endParaRPr lang="en-IN" sz="1600" dirty="0">
              <a:latin typeface="Aptos Narrow" panose="020B0004020202020204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13B8577-D82A-19EF-E881-A9A66AD2542D}"/>
              </a:ext>
            </a:extLst>
          </p:cNvPr>
          <p:cNvCxnSpPr>
            <a:cxnSpLocks/>
          </p:cNvCxnSpPr>
          <p:nvPr/>
        </p:nvCxnSpPr>
        <p:spPr>
          <a:xfrm>
            <a:off x="4944534" y="1576827"/>
            <a:ext cx="0" cy="24126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2F18169-2341-EB9F-5007-64261588CBC7}"/>
              </a:ext>
            </a:extLst>
          </p:cNvPr>
          <p:cNvSpPr txBox="1"/>
          <p:nvPr/>
        </p:nvSpPr>
        <p:spPr>
          <a:xfrm>
            <a:off x="5012267" y="1733676"/>
            <a:ext cx="4578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latin typeface="Aptos Narrow" panose="020B0004020202020204" pitchFamily="34" charset="0"/>
              </a:rPr>
              <a:t>User asks:</a:t>
            </a:r>
          </a:p>
          <a:p>
            <a:pPr rtl="0">
              <a:buNone/>
            </a:pPr>
            <a:r>
              <a:rPr lang="en-US" b="1" dirty="0">
                <a:latin typeface="Aptos Narrow" panose="020B0004020202020204" pitchFamily="34" charset="0"/>
              </a:rPr>
              <a:t>"How can I save AWS costs?"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DC0C06-2BD8-5A1E-0B78-DBAABC88380C}"/>
              </a:ext>
            </a:extLst>
          </p:cNvPr>
          <p:cNvSpPr txBox="1"/>
          <p:nvPr/>
        </p:nvSpPr>
        <p:spPr>
          <a:xfrm>
            <a:off x="4961886" y="2876400"/>
            <a:ext cx="479890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latin typeface="Aptos Narrow" panose="020B0004020202020204" pitchFamily="34" charset="0"/>
              </a:rPr>
              <a:t>Vector DB retrieves: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Aptos Narrow" panose="020B0004020202020204" pitchFamily="34" charset="0"/>
                <a:cs typeface="Courier New" panose="02070309020205020404" pitchFamily="49" charset="0"/>
              </a:rPr>
              <a:t>“FinOps optimization”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Aptos Narrow" panose="020B0004020202020204" pitchFamily="34" charset="0"/>
                <a:cs typeface="Courier New" panose="02070309020205020404" pitchFamily="49" charset="0"/>
              </a:rPr>
              <a:t>“Cloud cost reduction”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Aptos Narrow" panose="020B0004020202020204" pitchFamily="34" charset="0"/>
                <a:cs typeface="Courier New" panose="02070309020205020404" pitchFamily="49" charset="0"/>
              </a:rPr>
              <a:t>“Unused EC2 cleanup” </a:t>
            </a:r>
          </a:p>
          <a:p>
            <a:pPr>
              <a:buNone/>
            </a:pPr>
            <a:r>
              <a:rPr lang="en-US" dirty="0">
                <a:latin typeface="Aptos Narrow" panose="020B0004020202020204" pitchFamily="34" charset="0"/>
                <a:cs typeface="Courier New" panose="02070309020205020404" pitchFamily="49" charset="0"/>
              </a:rPr>
              <a:t>because meanings are similar</a:t>
            </a:r>
            <a:r>
              <a:rPr lang="en-US" dirty="0">
                <a:latin typeface="Aptos Narrow" panose="020B00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26100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  <p:bldP spid="9" grpId="0" animBg="1"/>
      <p:bldP spid="10" grpId="0"/>
      <p:bldP spid="7" grpId="0"/>
      <p:bldP spid="14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E2464F-488A-221D-739A-B4405EA0A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E7A7777-3538-5090-84A4-F06E148F5E8B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A3E"/>
          </a:solidFill>
          <a:ln w="12700">
            <a:solidFill>
              <a:srgbClr val="0B1A3E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AEF8018-82E2-3A67-A2F8-CBEE1238AEA7}"/>
              </a:ext>
            </a:extLst>
          </p:cNvPr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8FF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ARCHITECTURE DEEP DIVE</a:t>
            </a:r>
            <a:endParaRPr lang="en-US" sz="1100" dirty="0">
              <a:latin typeface="Aptos Narrow" panose="020B0004020202020204" pitchFamily="34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48D9887-9BF4-CB22-84AF-76312E0FBE38}"/>
              </a:ext>
            </a:extLst>
          </p:cNvPr>
          <p:cNvSpPr/>
          <p:nvPr/>
        </p:nvSpPr>
        <p:spPr>
          <a:xfrm>
            <a:off x="457200" y="43891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Embeddings - Vectors</a:t>
            </a:r>
            <a:endParaRPr lang="en-US" sz="2000" dirty="0">
              <a:latin typeface="Aptos Narrow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29EBE6-6F39-2475-B890-05CDB1023974}"/>
              </a:ext>
            </a:extLst>
          </p:cNvPr>
          <p:cNvSpPr txBox="1"/>
          <p:nvPr/>
        </p:nvSpPr>
        <p:spPr>
          <a:xfrm>
            <a:off x="453814" y="929716"/>
            <a:ext cx="81584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latin typeface="Aptos Narrow" panose="020B0004020202020204" pitchFamily="34" charset="0"/>
              </a:rPr>
              <a:t>Different meanings of the same word can have different vector representations based on context.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702897-7015-BFF9-3C3A-E27F0E9C3E60}"/>
              </a:ext>
            </a:extLst>
          </p:cNvPr>
          <p:cNvSpPr txBox="1"/>
          <p:nvPr/>
        </p:nvSpPr>
        <p:spPr>
          <a:xfrm>
            <a:off x="369147" y="1404745"/>
            <a:ext cx="840232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Aptos Narrow" panose="020B0004020202020204" pitchFamily="34" charset="0"/>
              </a:rPr>
              <a:t>Apple is Fruit or Company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Aptos Narrow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62E94E-5986-963A-74DE-FD3AA5BBBC2D}"/>
              </a:ext>
            </a:extLst>
          </p:cNvPr>
          <p:cNvSpPr/>
          <p:nvPr/>
        </p:nvSpPr>
        <p:spPr>
          <a:xfrm>
            <a:off x="372533" y="1361440"/>
            <a:ext cx="8507307" cy="370890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ptos Narrow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AADECD-C603-228D-68F1-4805858A7329}"/>
              </a:ext>
            </a:extLst>
          </p:cNvPr>
          <p:cNvSpPr txBox="1"/>
          <p:nvPr/>
        </p:nvSpPr>
        <p:spPr>
          <a:xfrm>
            <a:off x="1991361" y="3156862"/>
            <a:ext cx="211327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sweet:        1</a:t>
            </a:r>
          </a:p>
          <a:p>
            <a:r>
              <a:rPr lang="en-IN" dirty="0"/>
              <a:t>edible:       1</a:t>
            </a:r>
          </a:p>
          <a:p>
            <a:r>
              <a:rPr lang="en-IN" dirty="0"/>
              <a:t>technology:   0</a:t>
            </a:r>
          </a:p>
          <a:p>
            <a:r>
              <a:rPr lang="en-IN" dirty="0"/>
              <a:t>electronic:   0</a:t>
            </a:r>
          </a:p>
          <a:p>
            <a:r>
              <a:rPr lang="en-IN" dirty="0"/>
              <a:t>nature:      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A1742F-3969-A0BB-5919-A5137D7C0F18}"/>
              </a:ext>
            </a:extLst>
          </p:cNvPr>
          <p:cNvSpPr txBox="1"/>
          <p:nvPr/>
        </p:nvSpPr>
        <p:spPr>
          <a:xfrm>
            <a:off x="5029201" y="3129310"/>
            <a:ext cx="268223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sweet:        0</a:t>
            </a:r>
          </a:p>
          <a:p>
            <a:r>
              <a:rPr lang="en-IN" dirty="0"/>
              <a:t>edible:       0</a:t>
            </a:r>
          </a:p>
          <a:p>
            <a:r>
              <a:rPr lang="en-IN" dirty="0"/>
              <a:t>technology:   1</a:t>
            </a:r>
          </a:p>
          <a:p>
            <a:r>
              <a:rPr lang="en-IN" dirty="0"/>
              <a:t>electronic:   1</a:t>
            </a:r>
          </a:p>
          <a:p>
            <a:r>
              <a:rPr lang="en-IN" dirty="0"/>
              <a:t>nature:       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C1F9FF-E0B6-19A2-A963-8CC7F4E931CD}"/>
              </a:ext>
            </a:extLst>
          </p:cNvPr>
          <p:cNvSpPr txBox="1"/>
          <p:nvPr/>
        </p:nvSpPr>
        <p:spPr>
          <a:xfrm>
            <a:off x="1903307" y="2692316"/>
            <a:ext cx="1618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Apple (Fruit)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E5D4CB-EC8B-A58D-B270-3ACD941E4FF1}"/>
              </a:ext>
            </a:extLst>
          </p:cNvPr>
          <p:cNvSpPr txBox="1"/>
          <p:nvPr/>
        </p:nvSpPr>
        <p:spPr>
          <a:xfrm>
            <a:off x="4626186" y="2666808"/>
            <a:ext cx="30209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Apple (Technology Company)</a:t>
            </a:r>
          </a:p>
        </p:txBody>
      </p:sp>
    </p:spTree>
    <p:extLst>
      <p:ext uri="{BB962C8B-B14F-4D97-AF65-F5344CB8AC3E}">
        <p14:creationId xmlns:p14="http://schemas.microsoft.com/office/powerpoint/2010/main" val="2000384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A190CE-B178-0B2A-6DBE-7BC9B99BF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8BFFF4D-47E5-3606-AF6D-1F28D35CFA05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A3E"/>
          </a:solidFill>
          <a:ln w="12700">
            <a:solidFill>
              <a:srgbClr val="0B1A3E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47C283B-7E6C-1FF1-819B-306C059D558D}"/>
              </a:ext>
            </a:extLst>
          </p:cNvPr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8FF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ARCHITECTURE DEEP DIVE</a:t>
            </a:r>
            <a:endParaRPr lang="en-US" sz="1100" dirty="0">
              <a:latin typeface="Aptos Narrow" panose="020B0004020202020204" pitchFamily="34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93B694A-9E90-8179-1F33-AD03F2D82820}"/>
              </a:ext>
            </a:extLst>
          </p:cNvPr>
          <p:cNvSpPr/>
          <p:nvPr/>
        </p:nvSpPr>
        <p:spPr>
          <a:xfrm>
            <a:off x="457200" y="43891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Vectors</a:t>
            </a:r>
            <a:endParaRPr lang="en-US" sz="2000" dirty="0">
              <a:latin typeface="Aptos Narrow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78A739-91A8-038B-20D3-4EEE1EF73F78}"/>
              </a:ext>
            </a:extLst>
          </p:cNvPr>
          <p:cNvSpPr txBox="1"/>
          <p:nvPr/>
        </p:nvSpPr>
        <p:spPr>
          <a:xfrm>
            <a:off x="453814" y="929716"/>
            <a:ext cx="81584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latin typeface="Aptos Narrow" panose="020B0004020202020204" pitchFamily="34" charset="0"/>
              </a:rPr>
              <a:t>Numerical vector representations of text used by AI models to understand meaning and similarity.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52CE77-6C01-3E77-1F12-3C9CDC601E76}"/>
              </a:ext>
            </a:extLst>
          </p:cNvPr>
          <p:cNvSpPr txBox="1"/>
          <p:nvPr/>
        </p:nvSpPr>
        <p:spPr>
          <a:xfrm>
            <a:off x="369147" y="1404745"/>
            <a:ext cx="699346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Aptos Narrow" panose="020B0004020202020204" pitchFamily="34" charset="0"/>
              </a:rPr>
              <a:t>AI Cannot understand “apple”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Aptos Narrow" panose="020B0004020202020204" pitchFamily="34" charset="0"/>
              </a:rPr>
              <a:t>Converts into [0.12, -0.45, 0.88, ...]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latin typeface="Aptos Narrow" panose="020B0004020202020204" pitchFamily="34" charset="0"/>
              </a:rPr>
              <a:t>Similar meanings → similar embeddings</a:t>
            </a:r>
          </a:p>
          <a:p>
            <a:pPr lvl="1"/>
            <a:r>
              <a:rPr lang="en-US" b="1">
                <a:latin typeface="Aptos Narrow" panose="020B0004020202020204" pitchFamily="34" charset="0"/>
              </a:rPr>
              <a:t>Example</a:t>
            </a:r>
            <a:r>
              <a:rPr lang="en-US">
                <a:latin typeface="Aptos Narrow" panose="020B0004020202020204" pitchFamily="34" charset="0"/>
              </a:rPr>
              <a:t>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>
                <a:latin typeface="Aptos Narrow" panose="020B0004020202020204" pitchFamily="34" charset="0"/>
              </a:rPr>
              <a:t>“King” and “Queen” → close vectors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>
                <a:latin typeface="Aptos Narrow" panose="020B0004020202020204" pitchFamily="34" charset="0"/>
              </a:rPr>
              <a:t>“Python” and “Programming” → related vectors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>
                <a:latin typeface="Aptos Narrow" panose="020B0004020202020204" pitchFamily="34" charset="0"/>
              </a:rPr>
              <a:t>“Banana” and “Database” → far apart</a:t>
            </a:r>
            <a:endParaRPr lang="en-IN">
              <a:latin typeface="Aptos Narrow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>
              <a:latin typeface="Aptos Narrow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Aptos Narrow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Aptos Narrow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DC59C0-6B39-B48C-BA6C-3C8DC2115A38}"/>
              </a:ext>
            </a:extLst>
          </p:cNvPr>
          <p:cNvSpPr/>
          <p:nvPr/>
        </p:nvSpPr>
        <p:spPr>
          <a:xfrm>
            <a:off x="372533" y="1361440"/>
            <a:ext cx="8507307" cy="370890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ptos Narrow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1BCCE5-87AE-E9BF-16AF-00E789644E40}"/>
              </a:ext>
            </a:extLst>
          </p:cNvPr>
          <p:cNvSpPr txBox="1"/>
          <p:nvPr/>
        </p:nvSpPr>
        <p:spPr>
          <a:xfrm>
            <a:off x="535095" y="3717268"/>
            <a:ext cx="65701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0070C0"/>
                </a:solidFill>
                <a:latin typeface="Aptos Narrow" panose="020B0004020202020204" pitchFamily="34" charset="0"/>
              </a:rPr>
              <a:t>Text → Embedding Vector → Vector DB → Similar Match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28B21C6-03AA-4FD1-BB56-1485ABD57F8A}"/>
              </a:ext>
            </a:extLst>
          </p:cNvPr>
          <p:cNvSpPr/>
          <p:nvPr/>
        </p:nvSpPr>
        <p:spPr>
          <a:xfrm>
            <a:off x="6136640" y="1673013"/>
            <a:ext cx="2475653" cy="3693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/>
              <a:t>Eucladian Distance</a:t>
            </a:r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8AEDC2-129F-6058-702D-D3BF21490A16}"/>
              </a:ext>
            </a:extLst>
          </p:cNvPr>
          <p:cNvSpPr txBox="1"/>
          <p:nvPr/>
        </p:nvSpPr>
        <p:spPr>
          <a:xfrm>
            <a:off x="5982547" y="2135515"/>
            <a:ext cx="2788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i="1" dirty="0"/>
              <a:t>How far two vectors are from each other (DISTANCE)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F945590-D244-8C53-A285-CA72311DD0A3}"/>
              </a:ext>
            </a:extLst>
          </p:cNvPr>
          <p:cNvSpPr/>
          <p:nvPr/>
        </p:nvSpPr>
        <p:spPr>
          <a:xfrm>
            <a:off x="6211147" y="3116685"/>
            <a:ext cx="2475653" cy="3693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Cosine Similarity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2B39A3-2139-52C2-1E2A-5F79C9AB3E75}"/>
              </a:ext>
            </a:extLst>
          </p:cNvPr>
          <p:cNvSpPr txBox="1"/>
          <p:nvPr/>
        </p:nvSpPr>
        <p:spPr>
          <a:xfrm>
            <a:off x="6054513" y="3529322"/>
            <a:ext cx="27889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i="1" dirty="0"/>
              <a:t>Whether two vectors point in the same direction (SIMILARITY)</a:t>
            </a:r>
            <a:endParaRPr lang="en-IN" i="1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5B1BBCA-2DEA-017F-9EA4-70999B6E94D1}"/>
              </a:ext>
            </a:extLst>
          </p:cNvPr>
          <p:cNvCxnSpPr/>
          <p:nvPr/>
        </p:nvCxnSpPr>
        <p:spPr>
          <a:xfrm>
            <a:off x="5669280" y="1584960"/>
            <a:ext cx="0" cy="3251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6322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15" grpId="0"/>
      <p:bldP spid="6" grpId="0" animBg="1"/>
      <p:bldP spid="8" grpId="0"/>
      <p:bldP spid="9" grpId="0" animBg="1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2D3A5"/>
          </a:solidFill>
          <a:ln w="12700">
            <a:solidFill>
              <a:srgbClr val="22D3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400" dirty="0">
                <a:solidFill>
                  <a:srgbClr val="22D3A5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ATTENTION LAYER</a:t>
            </a:r>
            <a:endParaRPr lang="en-US" sz="2000" dirty="0">
              <a:latin typeface="Aptos Narrow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The Core Engine of Every Transformer</a:t>
            </a:r>
            <a:endParaRPr lang="en-US" sz="2800" dirty="0">
              <a:latin typeface="Aptos Narrow" panose="020B00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2560320" cy="1737360"/>
          </a:xfrm>
          <a:prstGeom prst="rect">
            <a:avLst/>
          </a:prstGeom>
          <a:solidFill>
            <a:srgbClr val="0D1E40"/>
          </a:solidFill>
          <a:ln w="25400">
            <a:solidFill>
              <a:srgbClr val="00C8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1261872"/>
            <a:ext cx="822960" cy="82296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26187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0E24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600" dirty="0">
              <a:latin typeface="Aptos Narrow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1480" y="2026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C8FF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dirty="0">
              <a:latin typeface="Aptos Narrow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1480" y="23652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BA0C0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What is this word</a:t>
            </a:r>
            <a:endParaRPr lang="en-US" sz="1400" dirty="0">
              <a:latin typeface="Aptos Narrow" panose="020B0004020202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BA0C0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looking for?</a:t>
            </a:r>
            <a:endParaRPr lang="en-US" sz="1400" dirty="0">
              <a:latin typeface="Aptos Narrow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46120" y="1188720"/>
            <a:ext cx="2560320" cy="1737360"/>
          </a:xfrm>
          <a:prstGeom prst="rect">
            <a:avLst/>
          </a:prstGeom>
          <a:solidFill>
            <a:srgbClr val="0D1E40"/>
          </a:solidFill>
          <a:ln w="25400">
            <a:solidFill>
              <a:srgbClr val="22D3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1261872"/>
            <a:ext cx="822960" cy="822960"/>
          </a:xfrm>
          <a:prstGeom prst="ellipse">
            <a:avLst/>
          </a:prstGeom>
          <a:solidFill>
            <a:srgbClr val="22D3A5"/>
          </a:solidFill>
          <a:ln w="12700">
            <a:solidFill>
              <a:srgbClr val="22D3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0" y="126187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0E24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2600" dirty="0">
              <a:latin typeface="Aptos Narrow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46120" y="2026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2D3A5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dirty="0">
              <a:latin typeface="Aptos Narrow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246120" y="23652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BA0C0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What does this</a:t>
            </a:r>
            <a:endParaRPr lang="en-US" sz="1400" dirty="0">
              <a:latin typeface="Aptos Narrow" panose="020B0004020202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BA0C0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word offer others?</a:t>
            </a:r>
            <a:endParaRPr lang="en-US" sz="1400" dirty="0">
              <a:latin typeface="Aptos Narrow" panose="020B00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080760" y="1188720"/>
            <a:ext cx="2560320" cy="1737360"/>
          </a:xfrm>
          <a:prstGeom prst="rect">
            <a:avLst/>
          </a:prstGeom>
          <a:solidFill>
            <a:srgbClr val="0D1E40"/>
          </a:solidFill>
          <a:ln w="25400">
            <a:solidFill>
              <a:srgbClr val="FF8C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1261872"/>
            <a:ext cx="822960" cy="82296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126187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0E24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2600" dirty="0">
              <a:latin typeface="Aptos Narrow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080760" y="2026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8C42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dirty="0">
              <a:latin typeface="Aptos Narrow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080760" y="23652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BA0C0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What is the actual</a:t>
            </a:r>
            <a:endParaRPr lang="en-US" sz="1400" dirty="0">
              <a:latin typeface="Aptos Narrow" panose="020B0004020202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BA0C0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content of this word?</a:t>
            </a:r>
            <a:endParaRPr lang="en-US" sz="1400" dirty="0">
              <a:latin typeface="Aptos Narrow" panose="020B00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65760" y="3063240"/>
            <a:ext cx="8412480" cy="640080"/>
          </a:xfrm>
          <a:prstGeom prst="rect">
            <a:avLst/>
          </a:prstGeom>
          <a:solidFill>
            <a:srgbClr val="0A1530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1272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0F6FF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For each word: compare its Query against every other word's Key → get a relevance score → convert to percentages (softmax) → weighted mix of Values = new, context-rich word vector (</a:t>
            </a:r>
            <a:r>
              <a:rPr lang="en-US" sz="1600" dirty="0" err="1">
                <a:solidFill>
                  <a:srgbClr val="F0F6FF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ex:python</a:t>
            </a:r>
            <a:r>
              <a:rPr lang="en-US" sz="1600">
                <a:solidFill>
                  <a:srgbClr val="F0F6FF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 book)</a:t>
            </a:r>
            <a:endParaRPr lang="en-US" sz="1600" dirty="0">
              <a:latin typeface="Aptos Narrow" panose="020B00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11480" y="4009811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A0C0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BEFORE self-attention:</a:t>
            </a:r>
            <a:endParaRPr lang="en-US" sz="1400" dirty="0">
              <a:latin typeface="Aptos Narrow" panose="020B00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11480" y="4311223"/>
            <a:ext cx="3252893" cy="731520"/>
          </a:xfrm>
          <a:prstGeom prst="rect">
            <a:avLst/>
          </a:prstGeom>
          <a:solidFill>
            <a:srgbClr val="0D1E40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8988" y="4345769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8BA0C0"/>
                </a:solidFill>
                <a:latin typeface="Aptos Narrow" panose="020B0004020202020204" pitchFamily="34" charset="0"/>
                <a:ea typeface="Consolas" pitchFamily="34" charset="-122"/>
                <a:cs typeface="Consolas" pitchFamily="34" charset="-120"/>
              </a:rPr>
              <a:t>bank = [0.25, -0.11, 0.67, 0.42]</a:t>
            </a:r>
            <a:endParaRPr lang="en-US" sz="1400" dirty="0">
              <a:latin typeface="Aptos Narrow" panose="020B00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674534" y="3999989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FF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AFTER self-attention:</a:t>
            </a:r>
            <a:endParaRPr lang="en-US" sz="1400" dirty="0">
              <a:latin typeface="Aptos Narrow" panose="020B00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779520" y="4311223"/>
            <a:ext cx="4685454" cy="731520"/>
          </a:xfrm>
          <a:prstGeom prst="rect">
            <a:avLst/>
          </a:prstGeom>
          <a:solidFill>
            <a:srgbClr val="0D2550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74345" y="4223850"/>
            <a:ext cx="468545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00C8FF"/>
                </a:solidFill>
                <a:latin typeface="Aptos Narrow" panose="020B0004020202020204" pitchFamily="34" charset="0"/>
                <a:ea typeface="Consolas" pitchFamily="34" charset="-122"/>
                <a:cs typeface="Consolas" pitchFamily="34" charset="-120"/>
              </a:rPr>
              <a:t>bank (finance) = [0.91, 0.82, -0.15, 0.77]</a:t>
            </a:r>
            <a:endParaRPr lang="en-US" sz="1400" dirty="0">
              <a:latin typeface="Aptos Narrow" panose="020B00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67F2535-9CA2-3289-99CB-464FBBC918D1}"/>
              </a:ext>
            </a:extLst>
          </p:cNvPr>
          <p:cNvSpPr txBox="1"/>
          <p:nvPr/>
        </p:nvSpPr>
        <p:spPr>
          <a:xfrm>
            <a:off x="3867578" y="4666733"/>
            <a:ext cx="5508413" cy="30777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>
              <a:defRPr sz="140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r>
              <a:rPr lang="en-IN" dirty="0">
                <a:latin typeface="Aptos Narrow" panose="020B0004020202020204" pitchFamily="34" charset="0"/>
              </a:rPr>
              <a:t>bank (river)   = [-0.73, 0.14, 0.88, -0.21]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4" grpId="0" animBg="1"/>
      <p:bldP spid="25" grpId="0" animBg="1"/>
      <p:bldP spid="27" grpId="0" animBg="1"/>
      <p:bldP spid="2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4DD85C-1FFD-B62E-D55C-77BC478CF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829FCCE-6D98-AF60-3537-E220A9694DDB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A3E"/>
          </a:solidFill>
          <a:ln w="12700">
            <a:solidFill>
              <a:srgbClr val="0B1A3E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A122A57-9CD6-EF47-68F0-E345280C43C1}"/>
              </a:ext>
            </a:extLst>
          </p:cNvPr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8FF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ARCHITECTURE DEEP DIVE</a:t>
            </a:r>
            <a:endParaRPr lang="en-US" sz="1100" dirty="0">
              <a:latin typeface="Aptos Narrow" panose="020B0004020202020204" pitchFamily="34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A2C4EA6-F9A2-30B5-4029-11828292852F}"/>
              </a:ext>
            </a:extLst>
          </p:cNvPr>
          <p:cNvSpPr/>
          <p:nvPr/>
        </p:nvSpPr>
        <p:spPr>
          <a:xfrm>
            <a:off x="457200" y="43891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Q-K-V Examples</a:t>
            </a:r>
            <a:endParaRPr lang="en-US" sz="2000" dirty="0">
              <a:latin typeface="Aptos Narrow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F0E2C4-5C77-D41C-7DC0-470C7183AD6D}"/>
              </a:ext>
            </a:extLst>
          </p:cNvPr>
          <p:cNvSpPr txBox="1"/>
          <p:nvPr/>
        </p:nvSpPr>
        <p:spPr>
          <a:xfrm>
            <a:off x="453814" y="929716"/>
            <a:ext cx="81584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latin typeface="Aptos Narrow" panose="020B0004020202020204" pitchFamily="34" charset="0"/>
              </a:rPr>
              <a:t>Imagine you enter a library </a:t>
            </a:r>
            <a:r>
              <a:rPr lang="en-US" sz="1600" i="1" dirty="0" err="1">
                <a:latin typeface="Aptos Narrow" panose="020B0004020202020204" pitchFamily="34" charset="0"/>
              </a:rPr>
              <a:t>asking:“I</a:t>
            </a:r>
            <a:r>
              <a:rPr lang="en-US" sz="1600" i="1" dirty="0">
                <a:latin typeface="Aptos Narrow" panose="020B0004020202020204" pitchFamily="34" charset="0"/>
              </a:rPr>
              <a:t> want books about Python programming.”</a:t>
            </a: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DEE10333-D7E3-9D5C-FD63-BCE7E316BE9E}"/>
              </a:ext>
            </a:extLst>
          </p:cNvPr>
          <p:cNvSpPr/>
          <p:nvPr/>
        </p:nvSpPr>
        <p:spPr>
          <a:xfrm>
            <a:off x="320040" y="1266578"/>
            <a:ext cx="2743200" cy="2507455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EC1FC82B-B271-2A08-F794-869D950EB9AE}"/>
              </a:ext>
            </a:extLst>
          </p:cNvPr>
          <p:cNvSpPr/>
          <p:nvPr/>
        </p:nvSpPr>
        <p:spPr>
          <a:xfrm>
            <a:off x="320040" y="1266577"/>
            <a:ext cx="2743200" cy="448461"/>
          </a:xfrm>
          <a:prstGeom prst="rect">
            <a:avLst/>
          </a:prstGeom>
          <a:solidFill>
            <a:srgbClr val="0B1A3E"/>
          </a:solidFill>
          <a:ln w="12700">
            <a:solidFill>
              <a:srgbClr val="0B1A3E"/>
            </a:solidFill>
            <a:prstDash val="solid"/>
          </a:ln>
        </p:spPr>
        <p:txBody>
          <a:bodyPr/>
          <a:lstStyle/>
          <a:p>
            <a:pPr algn="ctr"/>
            <a:r>
              <a:rPr lang="en-IN" b="1" dirty="0">
                <a:solidFill>
                  <a:srgbClr val="00B0F0"/>
                </a:solidFill>
              </a:rPr>
              <a:t>Query</a:t>
            </a:r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B1CBD5FF-196A-FEE6-E03C-3C97BCCDC4A5}"/>
              </a:ext>
            </a:extLst>
          </p:cNvPr>
          <p:cNvSpPr/>
          <p:nvPr/>
        </p:nvSpPr>
        <p:spPr>
          <a:xfrm>
            <a:off x="3197014" y="1265930"/>
            <a:ext cx="2743200" cy="2507455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BB7A1919-BD83-8E86-5A5A-36F5C9B464D6}"/>
              </a:ext>
            </a:extLst>
          </p:cNvPr>
          <p:cNvSpPr/>
          <p:nvPr/>
        </p:nvSpPr>
        <p:spPr>
          <a:xfrm>
            <a:off x="3197014" y="1265931"/>
            <a:ext cx="2743200" cy="448462"/>
          </a:xfrm>
          <a:prstGeom prst="rect">
            <a:avLst/>
          </a:prstGeom>
          <a:solidFill>
            <a:srgbClr val="0B1A3E"/>
          </a:solidFill>
          <a:ln w="12700">
            <a:solidFill>
              <a:srgbClr val="0B1A3E"/>
            </a:solidFill>
            <a:prstDash val="solid"/>
          </a:ln>
        </p:spPr>
        <p:txBody>
          <a:bodyPr/>
          <a:lstStyle/>
          <a:p>
            <a:pPr algn="ctr"/>
            <a:r>
              <a:rPr lang="en-IN" b="1" dirty="0">
                <a:solidFill>
                  <a:srgbClr val="00B0F0"/>
                </a:solidFill>
              </a:rPr>
              <a:t>Key</a:t>
            </a: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D67AA74C-8D83-9245-7515-B41EA39DFADF}"/>
              </a:ext>
            </a:extLst>
          </p:cNvPr>
          <p:cNvSpPr/>
          <p:nvPr/>
        </p:nvSpPr>
        <p:spPr>
          <a:xfrm>
            <a:off x="6073988" y="1260813"/>
            <a:ext cx="2743200" cy="2516725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ADE284E2-5D8B-B244-1F25-76C797BCDC71}"/>
              </a:ext>
            </a:extLst>
          </p:cNvPr>
          <p:cNvSpPr/>
          <p:nvPr/>
        </p:nvSpPr>
        <p:spPr>
          <a:xfrm>
            <a:off x="6073988" y="1260814"/>
            <a:ext cx="2743200" cy="477516"/>
          </a:xfrm>
          <a:prstGeom prst="rect">
            <a:avLst/>
          </a:prstGeom>
          <a:solidFill>
            <a:srgbClr val="0B1A3E"/>
          </a:solidFill>
          <a:ln w="12700">
            <a:solidFill>
              <a:srgbClr val="0B1A3E"/>
            </a:solidFill>
            <a:prstDash val="solid"/>
          </a:ln>
        </p:spPr>
        <p:txBody>
          <a:bodyPr/>
          <a:lstStyle/>
          <a:p>
            <a:pPr algn="ctr"/>
            <a:r>
              <a:rPr lang="en-IN" b="1" dirty="0">
                <a:solidFill>
                  <a:srgbClr val="00B0F0"/>
                </a:solidFill>
              </a:rPr>
              <a:t>Value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81E485-F042-9473-74CE-95997513B08B}"/>
              </a:ext>
            </a:extLst>
          </p:cNvPr>
          <p:cNvSpPr txBox="1"/>
          <p:nvPr/>
        </p:nvSpPr>
        <p:spPr>
          <a:xfrm>
            <a:off x="326812" y="1709582"/>
            <a:ext cx="2743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Aptos Narrow" panose="020B0004020202020204" pitchFamily="34" charset="0"/>
              </a:rPr>
              <a:t>What you are searching for.</a:t>
            </a:r>
          </a:p>
          <a:p>
            <a:r>
              <a:rPr lang="en-IN" sz="1600" dirty="0">
                <a:latin typeface="Aptos Narrow" panose="020B0004020202020204" pitchFamily="34" charset="0"/>
              </a:rPr>
              <a:t>Query = "Python programming"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7C7D6F-7756-2398-B7B3-D71F2D301A0E}"/>
              </a:ext>
            </a:extLst>
          </p:cNvPr>
          <p:cNvSpPr txBox="1"/>
          <p:nvPr/>
        </p:nvSpPr>
        <p:spPr>
          <a:xfrm>
            <a:off x="3198705" y="1715435"/>
            <a:ext cx="286343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1600">
                <a:latin typeface="Aptos Narrow" panose="020B0004020202020204" pitchFamily="34" charset="0"/>
              </a:defRPr>
            </a:lvl1pPr>
          </a:lstStyle>
          <a:p>
            <a:r>
              <a:rPr lang="en-IN" dirty="0"/>
              <a:t>Labels/titles of all books in library.</a:t>
            </a:r>
          </a:p>
          <a:p>
            <a:r>
              <a:rPr lang="en-IN" b="1" dirty="0"/>
              <a:t>Examples:</a:t>
            </a:r>
          </a:p>
          <a:p>
            <a:r>
              <a:rPr lang="en-IN" dirty="0"/>
              <a:t>Book 1 → Python Basics</a:t>
            </a:r>
          </a:p>
          <a:p>
            <a:r>
              <a:rPr lang="en-IN" dirty="0"/>
              <a:t>Book 2 → Cooking Recipes</a:t>
            </a:r>
          </a:p>
          <a:p>
            <a:r>
              <a:rPr lang="en-IN" dirty="0"/>
              <a:t>Book 3 → Data Eng with Python</a:t>
            </a:r>
          </a:p>
          <a:p>
            <a:r>
              <a:rPr lang="en-IN" dirty="0"/>
              <a:t>System compares your Query with all Keys.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7FAE0B-45A9-72CE-5D30-9CB4978C694E}"/>
              </a:ext>
            </a:extLst>
          </p:cNvPr>
          <p:cNvSpPr txBox="1"/>
          <p:nvPr/>
        </p:nvSpPr>
        <p:spPr>
          <a:xfrm>
            <a:off x="6080760" y="1780624"/>
            <a:ext cx="260265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1600">
                <a:latin typeface="Aptos Narrow" panose="020B0004020202020204" pitchFamily="34" charset="0"/>
              </a:defRPr>
            </a:lvl1pPr>
          </a:lstStyle>
          <a:p>
            <a:r>
              <a:rPr lang="en-IN" dirty="0"/>
              <a:t>Actual content/information inside the matched books.</a:t>
            </a:r>
          </a:p>
          <a:p>
            <a:r>
              <a:rPr lang="en-IN" dirty="0"/>
              <a:t>If Key matches well:</a:t>
            </a:r>
          </a:p>
          <a:p>
            <a:r>
              <a:rPr lang="en-IN" dirty="0"/>
              <a:t>→ corresponding Value gets more attention.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0C1696-0700-D4FE-1899-BB0DDBA99762}"/>
              </a:ext>
            </a:extLst>
          </p:cNvPr>
          <p:cNvSpPr txBox="1"/>
          <p:nvPr/>
        </p:nvSpPr>
        <p:spPr>
          <a:xfrm>
            <a:off x="320040" y="3918576"/>
            <a:ext cx="31817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In Transformers each word creates:</a:t>
            </a:r>
          </a:p>
          <a:p>
            <a:r>
              <a:rPr lang="en-IN" sz="1400" dirty="0"/>
              <a:t>Query → what am I looking for?</a:t>
            </a:r>
          </a:p>
          <a:p>
            <a:r>
              <a:rPr lang="en-IN" sz="1400" dirty="0"/>
              <a:t>Key → what information do I contain?</a:t>
            </a:r>
          </a:p>
          <a:p>
            <a:r>
              <a:rPr lang="en-IN" sz="1400" dirty="0"/>
              <a:t>Value → actual meaning/content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375611-F3E7-D7DD-1274-6A3F561B00A1}"/>
              </a:ext>
            </a:extLst>
          </p:cNvPr>
          <p:cNvSpPr txBox="1"/>
          <p:nvPr/>
        </p:nvSpPr>
        <p:spPr>
          <a:xfrm>
            <a:off x="4802295" y="3900797"/>
            <a:ext cx="457877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1400"/>
            </a:lvl1pPr>
          </a:lstStyle>
          <a:p>
            <a:r>
              <a:rPr lang="en-IN" b="1" dirty="0">
                <a:solidFill>
                  <a:srgbClr val="0070C0"/>
                </a:solidFill>
              </a:rPr>
              <a:t>Attention compares:</a:t>
            </a:r>
          </a:p>
          <a:p>
            <a:r>
              <a:rPr lang="en-IN" dirty="0">
                <a:solidFill>
                  <a:srgbClr val="0070C0"/>
                </a:solidFill>
              </a:rPr>
              <a:t>Query × Key → relevance score</a:t>
            </a:r>
          </a:p>
          <a:p>
            <a:endParaRPr lang="en-IN" dirty="0">
              <a:solidFill>
                <a:srgbClr val="0070C0"/>
              </a:solidFill>
            </a:endParaRPr>
          </a:p>
          <a:p>
            <a:r>
              <a:rPr lang="en-IN" dirty="0">
                <a:solidFill>
                  <a:srgbClr val="0070C0"/>
                </a:solidFill>
              </a:rPr>
              <a:t>Higher score:</a:t>
            </a:r>
          </a:p>
          <a:p>
            <a:r>
              <a:rPr lang="en-IN" dirty="0">
                <a:solidFill>
                  <a:srgbClr val="0070C0"/>
                </a:solidFill>
              </a:rPr>
              <a:t>→ more focus on that word’s Value.</a:t>
            </a:r>
          </a:p>
        </p:txBody>
      </p:sp>
    </p:spTree>
    <p:extLst>
      <p:ext uri="{BB962C8B-B14F-4D97-AF65-F5344CB8AC3E}">
        <p14:creationId xmlns:p14="http://schemas.microsoft.com/office/powerpoint/2010/main" val="2965214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LEAP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Transformers Are Faster AND Smarter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SPEED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600200"/>
            <a:ext cx="3931920" cy="1508760"/>
          </a:xfrm>
          <a:prstGeom prst="rect">
            <a:avLst/>
          </a:prstGeom>
          <a:solidFill>
            <a:srgbClr val="0D1E4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9164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FF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RNN: </a:t>
            </a:r>
            <a:r>
              <a:rPr lang="en-US" sz="120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words = 6 sequential steps
</a:t>
            </a:r>
            <a:r>
              <a:rPr lang="en-US" sz="1200" b="1" dirty="0">
                <a:solidFill>
                  <a:srgbClr val="22D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Transformer: </a:t>
            </a:r>
            <a:r>
              <a:rPr lang="en-US" sz="120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words = 1 parallel step
GNMT+RL* trained in: </a:t>
            </a:r>
            <a:r>
              <a:rPr lang="en-US" sz="1200" b="1" dirty="0">
                <a:solidFill>
                  <a:srgbClr val="FF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
</a:t>
            </a:r>
            <a:r>
              <a:rPr lang="en-US" sz="120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trained in: </a:t>
            </a:r>
            <a:r>
              <a:rPr lang="en-US" sz="1200" b="1" dirty="0">
                <a:solidFill>
                  <a:srgbClr val="22D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hours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0060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SMARTER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00600" y="1600200"/>
            <a:ext cx="3931920" cy="1508760"/>
          </a:xfrm>
          <a:prstGeom prst="rect">
            <a:avLst/>
          </a:prstGeom>
          <a:solidFill>
            <a:srgbClr val="0D1E4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69164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connecting word 1 → word 50:
</a:t>
            </a:r>
            <a:r>
              <a:rPr lang="en-US" sz="1200" b="1" dirty="0">
                <a:solidFill>
                  <a:srgbClr val="FF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sequential hops → signal degrades
</a:t>
            </a:r>
            <a:r>
              <a:rPr lang="en-US" sz="120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connecting word 1 → word 50:
</a:t>
            </a:r>
            <a:r>
              <a:rPr lang="en-US" sz="1200" b="1" dirty="0">
                <a:solidFill>
                  <a:srgbClr val="22D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direct attention step → full signal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3291840"/>
            <a:ext cx="8321040" cy="1600200"/>
          </a:xfrm>
          <a:prstGeom prst="rect">
            <a:avLst/>
          </a:prstGeom>
          <a:solidFill>
            <a:srgbClr val="0A1530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40156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RESULT: English→German Translation (BLEU**Score)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794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</a:t>
            </a:r>
            <a:r>
              <a:rPr lang="en-US" sz="110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model (GNMT + RL)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3849624"/>
            <a:ext cx="5029200" cy="256032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37947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297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(12 hrs!)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4352544"/>
            <a:ext cx="5486400" cy="256032"/>
          </a:xfrm>
          <a:prstGeom prst="rect">
            <a:avLst/>
          </a:prstGeom>
          <a:solidFill>
            <a:srgbClr val="22D3A5"/>
          </a:solidFill>
          <a:ln w="12700">
            <a:solidFill>
              <a:srgbClr val="22D3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44375" y="42976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28.4</a:t>
            </a:r>
            <a:endParaRPr 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215B85-DBD2-5BFC-7D78-19F137A869EC}"/>
              </a:ext>
            </a:extLst>
          </p:cNvPr>
          <p:cNvSpPr txBox="1"/>
          <p:nvPr/>
        </p:nvSpPr>
        <p:spPr>
          <a:xfrm>
            <a:off x="6099386" y="4874971"/>
            <a:ext cx="42604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**Bilingual Evaluation Understudy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251195-F335-F203-0F50-2D1924B8C2CF}"/>
              </a:ext>
            </a:extLst>
          </p:cNvPr>
          <p:cNvSpPr txBox="1"/>
          <p:nvPr/>
        </p:nvSpPr>
        <p:spPr>
          <a:xfrm>
            <a:off x="572282" y="4861929"/>
            <a:ext cx="42604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* Google Neural Machine </a:t>
            </a:r>
            <a:r>
              <a:rPr lang="en-IN" sz="1200" dirty="0" err="1">
                <a:solidFill>
                  <a:schemeClr val="bg1"/>
                </a:solidFill>
              </a:rPr>
              <a:t>Transalation</a:t>
            </a:r>
            <a:r>
              <a:rPr lang="en-IN" sz="1200" dirty="0">
                <a:solidFill>
                  <a:schemeClr val="bg1"/>
                </a:solidFill>
              </a:rPr>
              <a:t> + Reinforcement Learning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81850E-D2ED-4371-1FCD-1C26E5F09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2C27DA9-4F00-9C70-06F4-8F0DD4F4BCF4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A3E"/>
          </a:solidFill>
          <a:ln w="12700">
            <a:solidFill>
              <a:srgbClr val="0B1A3E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B6AC1FD-B16A-69C4-2F31-057066B4E160}"/>
              </a:ext>
            </a:extLst>
          </p:cNvPr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E372A41-DCFB-B716-D3B8-E94CA758D8CC}"/>
              </a:ext>
            </a:extLst>
          </p:cNvPr>
          <p:cNvSpPr/>
          <p:nvPr/>
        </p:nvSpPr>
        <p:spPr>
          <a:xfrm>
            <a:off x="457200" y="43891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V/S DECODER</a:t>
            </a:r>
            <a:endParaRPr lang="en-US" sz="2000" dirty="0"/>
          </a:p>
        </p:txBody>
      </p:sp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F7119F75-8A8D-7950-EE03-1737F3B57A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0655030"/>
              </p:ext>
            </p:extLst>
          </p:nvPr>
        </p:nvGraphicFramePr>
        <p:xfrm>
          <a:off x="457200" y="1240102"/>
          <a:ext cx="7886700" cy="3383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943350">
                  <a:extLst>
                    <a:ext uri="{9D8B030D-6E8A-4147-A177-3AD203B41FA5}">
                      <a16:colId xmlns:a16="http://schemas.microsoft.com/office/drawing/2014/main" val="98891547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7193215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Aptos Narrow" panose="020B0004020202020204" pitchFamily="34" charset="0"/>
                        </a:rPr>
                        <a:t>Encoder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Aptos Narrow" panose="020B0004020202020204" pitchFamily="34" charset="0"/>
                        </a:rPr>
                        <a:t>Decoder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54163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Aptos Narrow" panose="020B0004020202020204" pitchFamily="34" charset="0"/>
                        </a:rPr>
                        <a:t>Reads &amp; understands 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Aptos Narrow" panose="020B0004020202020204" pitchFamily="34" charset="0"/>
                        </a:rPr>
                        <a:t>Generates output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8086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Aptos Narrow" panose="020B0004020202020204" pitchFamily="34" charset="0"/>
                        </a:rPr>
                        <a:t>Focuses on context understanding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Aptos Narrow" panose="020B0004020202020204" pitchFamily="34" charset="0"/>
                        </a:rPr>
                        <a:t>Focuses on next-token prediction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82035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Aptos Narrow" panose="020B0004020202020204" pitchFamily="34" charset="0"/>
                        </a:rPr>
                        <a:t>Processes entire input together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tos Narrow" panose="020B0004020202020204" pitchFamily="34" charset="0"/>
                        </a:rPr>
                        <a:t>Generates one token at a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61105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tos Narrow" panose="020B0004020202020204" pitchFamily="34" charset="0"/>
                        </a:rPr>
                        <a:t>Used mainly for understanding tasks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tos Narrow" panose="020B0004020202020204" pitchFamily="34" charset="0"/>
                        </a:rPr>
                        <a:t>Used mainly for generation tasks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58065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Aptos Narrow" panose="020B0004020202020204" pitchFamily="34" charset="0"/>
                        </a:rPr>
                        <a:t>Example: BERT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Aptos Narrow" panose="020B0004020202020204" pitchFamily="34" charset="0"/>
                        </a:rPr>
                        <a:t>Example: GPT / ChatGPT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8714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Aptos Narrow" panose="020B0004020202020204" pitchFamily="34" charset="0"/>
                        </a:rPr>
                        <a:t>Search understanding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Aptos Narrow" panose="020B0004020202020204" pitchFamily="34" charset="0"/>
                        </a:rPr>
                        <a:t>Classification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Aptos Narrow" panose="020B0004020202020204" pitchFamily="34" charset="0"/>
                        </a:rPr>
                        <a:t>Sentiment analysis</a:t>
                      </a:r>
                      <a:endParaRPr lang="en-IN" dirty="0"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 err="1">
                          <a:latin typeface="Aptos Narrow" panose="020B0004020202020204" pitchFamily="34" charset="0"/>
                        </a:rPr>
                        <a:t>Chatbots</a:t>
                      </a:r>
                      <a:r>
                        <a:rPr lang="fr-FR" dirty="0">
                          <a:latin typeface="Aptos Narrow" panose="020B0004020202020204" pitchFamily="34" charset="0"/>
                        </a:rPr>
                        <a:t>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>
                          <a:latin typeface="Aptos Narrow" panose="020B0004020202020204" pitchFamily="34" charset="0"/>
                        </a:rPr>
                        <a:t>Code </a:t>
                      </a:r>
                      <a:r>
                        <a:rPr lang="fr-FR" dirty="0" err="1">
                          <a:latin typeface="Aptos Narrow" panose="020B0004020202020204" pitchFamily="34" charset="0"/>
                        </a:rPr>
                        <a:t>generation</a:t>
                      </a:r>
                      <a:r>
                        <a:rPr lang="fr-FR" dirty="0">
                          <a:latin typeface="Aptos Narrow" panose="020B0004020202020204" pitchFamily="34" charset="0"/>
                        </a:rPr>
                        <a:t>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>
                          <a:latin typeface="Aptos Narrow" panose="020B0004020202020204" pitchFamily="34" charset="0"/>
                        </a:rPr>
                        <a:t>Content </a:t>
                      </a:r>
                      <a:r>
                        <a:rPr lang="fr-FR" dirty="0" err="1">
                          <a:latin typeface="Aptos Narrow" panose="020B0004020202020204" pitchFamily="34" charset="0"/>
                        </a:rPr>
                        <a:t>generation</a:t>
                      </a:r>
                      <a:r>
                        <a:rPr lang="fr-FR" dirty="0">
                          <a:latin typeface="Aptos Narrow" panose="020B0004020202020204" pitchFamily="34" charset="0"/>
                        </a:rPr>
                        <a:t>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>
                          <a:latin typeface="Aptos Narrow" panose="020B0004020202020204" pitchFamily="34" charset="0"/>
                        </a:rPr>
                        <a:t>AI assistants</a:t>
                      </a:r>
                      <a:endParaRPr lang="en-IN" dirty="0"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98272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50300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A3E"/>
          </a:solidFill>
          <a:ln w="12700">
            <a:solidFill>
              <a:srgbClr val="0B1A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Built on the Same Architecture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73152" cy="1828800"/>
          </a:xfrm>
          <a:prstGeom prst="rect">
            <a:avLst/>
          </a:prstGeom>
          <a:solidFill>
            <a:srgbClr val="22D3A5"/>
          </a:solidFill>
          <a:ln w="12700">
            <a:solidFill>
              <a:srgbClr val="22D3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/ ChatGPT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291840" y="1161288"/>
            <a:ext cx="1097280" cy="274320"/>
          </a:xfrm>
          <a:prstGeom prst="rect">
            <a:avLst/>
          </a:prstGeom>
          <a:solidFill>
            <a:srgbClr val="22D3A5"/>
          </a:solidFill>
          <a:ln w="12700">
            <a:solidFill>
              <a:srgbClr val="22D3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1612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Decoder-Only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4904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D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76479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behind ChatGPT. Trained on massive text data. Used for writing, coding, conversation, and analysis.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26060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2D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You use this daily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05156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051560"/>
            <a:ext cx="73152" cy="18288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143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7726680" y="1161288"/>
            <a:ext cx="1097280" cy="2743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26680" y="11612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Encoder-Only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92040" y="14904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176479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text bidirectionally for deep understanding. Powers Google Search's ability to understand your query intent.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26060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Powers Google Search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06324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063240"/>
            <a:ext cx="73152" cy="18288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3291840" y="3172968"/>
            <a:ext cx="1097280" cy="27432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31729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Decoder-Only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35021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377647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Anthropic's AI assistant. Built for safety, helpfulness, and harmlessness — all on the Transformer foundation.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46177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You're reading its slides!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306324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063240"/>
            <a:ext cx="73152" cy="18288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7726680" y="3172968"/>
            <a:ext cx="1097280" cy="2743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26680" y="31729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92040" y="35021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892040" y="377647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latest model. Handles text, images, video, and code. Transformer at the core, extended for multiple modalities.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892040" y="46177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Text + Image + Video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A3E"/>
          </a:solidFill>
          <a:ln w="12700">
            <a:solidFill>
              <a:srgbClr val="0B1A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0C8FF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KEY ADVANTAGES</a:t>
            </a:r>
            <a:endParaRPr lang="en-US" sz="1400" dirty="0">
              <a:latin typeface="Aptos Narrow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Why Transformers Took Over AI</a:t>
            </a:r>
            <a:endParaRPr lang="en-US" sz="2800" dirty="0">
              <a:latin typeface="Aptos Narrow" panose="020B00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697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64008" cy="132588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1430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A3E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⚡ Parallel Processing</a:t>
            </a:r>
            <a:endParaRPr lang="en-US" sz="1600" dirty="0">
              <a:latin typeface="Aptos Narrow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38912" y="15087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5080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All words handled at once — not one by one. GPU-native design.</a:t>
            </a:r>
            <a:endParaRPr lang="en-US" sz="1400" dirty="0">
              <a:latin typeface="Aptos Narrow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697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51560"/>
            <a:ext cx="64008" cy="132588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0712" y="114300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A3E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🔗 Long-Range Connections</a:t>
            </a:r>
            <a:endParaRPr lang="en-US" sz="1600" dirty="0">
              <a:latin typeface="Aptos Narrow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410712" y="15087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5080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Every word connects to every other word directly. Distance doesn't matter.</a:t>
            </a:r>
            <a:endParaRPr lang="en-US" sz="1400" dirty="0">
              <a:latin typeface="Aptos Narrow" panose="020B00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217920" y="1051560"/>
            <a:ext cx="2697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051560"/>
            <a:ext cx="64008" cy="1325880"/>
          </a:xfrm>
          <a:prstGeom prst="rect">
            <a:avLst/>
          </a:prstGeom>
          <a:solidFill>
            <a:srgbClr val="22D3A5"/>
          </a:solidFill>
          <a:ln w="12700">
            <a:solidFill>
              <a:srgbClr val="22D3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11430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A3E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🚀 Speed</a:t>
            </a:r>
            <a:endParaRPr lang="en-US" sz="1600" dirty="0">
              <a:latin typeface="Aptos Narrow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382512" y="15087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5080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Trained in hours, not weeks. Built perfectly for modern GPU hardware.</a:t>
            </a:r>
            <a:endParaRPr lang="en-US" sz="1400" dirty="0">
              <a:latin typeface="Aptos Narrow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74320" y="2578608"/>
            <a:ext cx="2697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578608"/>
            <a:ext cx="64008" cy="13258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6700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A3E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🏆 Performance</a:t>
            </a:r>
            <a:endParaRPr lang="en-US" sz="1600" dirty="0">
              <a:latin typeface="Aptos Narrow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38912" y="303580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5080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Beat every previous model on translation benchmarks when first released.</a:t>
            </a:r>
            <a:endParaRPr lang="en-US" sz="1400" dirty="0">
              <a:latin typeface="Aptos Narrow" panose="020B00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246120" y="2578608"/>
            <a:ext cx="2697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2578608"/>
            <a:ext cx="64008" cy="132588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10712" y="26700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A3E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🌐 Flexibility</a:t>
            </a:r>
            <a:endParaRPr lang="en-US" sz="1600" dirty="0">
              <a:latin typeface="Aptos Narrow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410712" y="303580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5080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Works for text, code, images, video, audio — the architecture is universal.</a:t>
            </a:r>
            <a:endParaRPr lang="en-US" sz="1400" dirty="0">
              <a:latin typeface="Aptos Narrow" panose="020B00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217920" y="2578608"/>
            <a:ext cx="2697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2578608"/>
            <a:ext cx="64008" cy="132588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82512" y="26700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A3E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🔍 Interpretability</a:t>
            </a:r>
            <a:endParaRPr lang="en-US" sz="1600" dirty="0">
              <a:latin typeface="Aptos Narrow" panose="020B00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382512" y="303580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5080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You can inspect attention scores to see what the model focuses on.</a:t>
            </a:r>
            <a:endParaRPr lang="en-US" sz="1400" dirty="0">
              <a:latin typeface="Aptos Narrow" panose="020B00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737360" y="3953933"/>
            <a:ext cx="539496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737360" y="3963414"/>
            <a:ext cx="64008" cy="1133856"/>
          </a:xfrm>
          <a:prstGeom prst="rect">
            <a:avLst/>
          </a:prstGeom>
          <a:solidFill>
            <a:srgbClr val="22D3A5"/>
          </a:solidFill>
          <a:ln w="12700">
            <a:solidFill>
              <a:srgbClr val="22D3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01952" y="3977978"/>
            <a:ext cx="5166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A3E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📈 Scalability</a:t>
            </a:r>
            <a:endParaRPr lang="en-US" sz="1600" dirty="0">
              <a:latin typeface="Aptos Narrow" panose="020B00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901952" y="4187952"/>
            <a:ext cx="5166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5080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Stack more layers, add parameters — the architecture thrives at scale. Enables models with 100B+ parameters.</a:t>
            </a:r>
            <a:endParaRPr lang="en-US" sz="1400" dirty="0">
              <a:latin typeface="Aptos Narrow" panose="020B00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C466AF-A084-4064-FEB6-7B1622AB0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C8AA3AA-8344-ED18-7FFD-2E89F698CD32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A3E"/>
          </a:solidFill>
          <a:ln w="12700">
            <a:solidFill>
              <a:srgbClr val="0B1A3E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18C0DF1-73FD-591D-9B34-21989EDE22DA}"/>
              </a:ext>
            </a:extLst>
          </p:cNvPr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0C8FF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KEY ADVANTAGES</a:t>
            </a:r>
            <a:endParaRPr lang="en-US" sz="1400" dirty="0">
              <a:latin typeface="Aptos Narrow" panose="020B0004020202020204" pitchFamily="34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4428EE1-F370-5BE3-3A32-D36C39E3F007}"/>
              </a:ext>
            </a:extLst>
          </p:cNvPr>
          <p:cNvSpPr/>
          <p:nvPr/>
        </p:nvSpPr>
        <p:spPr>
          <a:xfrm>
            <a:off x="457200" y="43891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6 Layers for Transformer (original by Google 2017)</a:t>
            </a:r>
            <a:endParaRPr lang="en-US" sz="2800" dirty="0">
              <a:latin typeface="Aptos Narrow" panose="020B0004020202020204" pitchFamily="34" charset="0"/>
            </a:endParaRP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83A9C961-EDB2-DE00-C2A2-A5387971A2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82155"/>
              </p:ext>
            </p:extLst>
          </p:nvPr>
        </p:nvGraphicFramePr>
        <p:xfrm>
          <a:off x="337397" y="1319689"/>
          <a:ext cx="7886700" cy="1737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943350">
                  <a:extLst>
                    <a:ext uri="{9D8B030D-6E8A-4147-A177-3AD203B41FA5}">
                      <a16:colId xmlns:a16="http://schemas.microsoft.com/office/drawing/2014/main" val="2999983304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24183617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Layer</a:t>
                      </a:r>
                      <a:endParaRPr lang="en-IN" b="1"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What it roughly learns</a:t>
                      </a:r>
                      <a:endParaRPr lang="en-IN" b="1" dirty="0"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8457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1–2</a:t>
                      </a:r>
                      <a:endParaRPr lang="en-IN"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Syntax — grammar, word proximity</a:t>
                      </a:r>
                      <a:endParaRPr lang="en-IN" dirty="0"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9929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3–4</a:t>
                      </a:r>
                      <a:endParaRPr lang="en-IN"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Semantics — meaning, entity roles</a:t>
                      </a:r>
                      <a:endParaRPr lang="en-IN" dirty="0"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91722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5–6</a:t>
                      </a:r>
                      <a:endParaRPr lang="en-IN"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Context — long-range dependencies, ambiguity resolution</a:t>
                      </a:r>
                      <a:endParaRPr lang="en-IN" dirty="0"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0238055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7ABEBFB7-38EF-D2FD-2CB6-01DB0BF2D345}"/>
              </a:ext>
            </a:extLst>
          </p:cNvPr>
          <p:cNvSpPr txBox="1"/>
          <p:nvPr/>
        </p:nvSpPr>
        <p:spPr>
          <a:xfrm>
            <a:off x="277705" y="3347192"/>
            <a:ext cx="86224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effectLst/>
              </a:rPr>
              <a:t>6 layers × (Multi-Head Attention + FFN) = encoder builds a </a:t>
            </a:r>
            <a:r>
              <a:rPr lang="en-US" b="1" dirty="0">
                <a:effectLst/>
              </a:rPr>
              <a:t>deep contextual understanding</a:t>
            </a:r>
            <a:r>
              <a:rPr lang="en-US" dirty="0">
                <a:effectLst/>
              </a:rPr>
              <a:t> of the input sentence before the decoder ever sees it.</a:t>
            </a:r>
          </a:p>
        </p:txBody>
      </p:sp>
    </p:spTree>
    <p:extLst>
      <p:ext uri="{BB962C8B-B14F-4D97-AF65-F5344CB8AC3E}">
        <p14:creationId xmlns:p14="http://schemas.microsoft.com/office/powerpoint/2010/main" val="14555588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212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Transformer 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411480" cy="411480"/>
          </a:xfrm>
          <a:prstGeom prst="ellipse">
            <a:avLst/>
          </a:prstGeom>
          <a:solidFill>
            <a:srgbClr val="8BA0C0"/>
          </a:solidFill>
          <a:ln w="12700">
            <a:solidFill>
              <a:srgbClr val="8BA0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60120" y="1170432"/>
            <a:ext cx="3291840" cy="566928"/>
          </a:xfrm>
          <a:prstGeom prst="rect">
            <a:avLst/>
          </a:prstGeom>
          <a:solidFill>
            <a:srgbClr val="0D1E4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1887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Text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48132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are you?"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3504" y="1581912"/>
            <a:ext cx="109728" cy="384048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039112"/>
            <a:ext cx="411480" cy="41148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391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60120" y="2039112"/>
            <a:ext cx="3291840" cy="566928"/>
          </a:xfrm>
          <a:prstGeom prst="rect">
            <a:avLst/>
          </a:prstGeom>
          <a:solidFill>
            <a:srgbClr val="0D1E4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2057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 + Embed + Position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235000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vectors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" y="2450592"/>
            <a:ext cx="109728" cy="384048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907792"/>
            <a:ext cx="411480" cy="411480"/>
          </a:xfrm>
          <a:prstGeom prst="ellipse">
            <a:avLst/>
          </a:prstGeom>
          <a:solidFill>
            <a:srgbClr val="22D3A5"/>
          </a:solidFill>
          <a:ln w="12700">
            <a:solidFill>
              <a:srgbClr val="22D3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077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60120" y="2907792"/>
            <a:ext cx="3291840" cy="566928"/>
          </a:xfrm>
          <a:prstGeom prst="rect">
            <a:avLst/>
          </a:prstGeom>
          <a:solidFill>
            <a:srgbClr val="0D1E4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926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× 6 Layers*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321868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D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+ FFN (parallel)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3504" y="3319272"/>
            <a:ext cx="109728" cy="384048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776472"/>
            <a:ext cx="411480" cy="41148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7764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60120" y="3776472"/>
            <a:ext cx="3291840" cy="566928"/>
          </a:xfrm>
          <a:prstGeom prst="rect">
            <a:avLst/>
          </a:prstGeom>
          <a:solidFill>
            <a:srgbClr val="0D1E4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" y="3794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Representations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51560" y="408736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context-aware K, V vectors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1170432"/>
            <a:ext cx="411480" cy="41148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11704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349240" y="1170432"/>
            <a:ext cx="3291840" cy="566928"/>
          </a:xfrm>
          <a:prstGeom prst="rect">
            <a:avLst/>
          </a:prstGeom>
          <a:solidFill>
            <a:srgbClr val="0D1E4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40680" y="11887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× 6 Layers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40680" y="148132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Attn + Cross-Attn + FFN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992624" y="1581912"/>
            <a:ext cx="109728" cy="384048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0" y="2039112"/>
            <a:ext cx="411480" cy="41148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20391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349240" y="2039112"/>
            <a:ext cx="3291840" cy="566928"/>
          </a:xfrm>
          <a:prstGeom prst="rect">
            <a:avLst/>
          </a:prstGeom>
          <a:solidFill>
            <a:srgbClr val="0D1E4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40680" y="2057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over Vocabulary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40680" y="235000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37,000 scores → pick best word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992624" y="2450592"/>
            <a:ext cx="109728" cy="384048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46320" y="2907792"/>
            <a:ext cx="411480" cy="411480"/>
          </a:xfrm>
          <a:prstGeom prst="ellipse">
            <a:avLst/>
          </a:prstGeom>
          <a:solidFill>
            <a:srgbClr val="22D3A5"/>
          </a:solidFill>
          <a:ln w="12700">
            <a:solidFill>
              <a:srgbClr val="22D3A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29077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349240" y="2907792"/>
            <a:ext cx="3291840" cy="566928"/>
          </a:xfrm>
          <a:prstGeom prst="rect">
            <a:avLst/>
          </a:prstGeom>
          <a:solidFill>
            <a:srgbClr val="0D1E4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40680" y="2926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Word → Loop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440680" y="321868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D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&lt;END&gt; token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992624" y="3319272"/>
            <a:ext cx="109728" cy="384048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46320" y="3776472"/>
            <a:ext cx="411480" cy="41148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0" y="37764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349240" y="3776472"/>
            <a:ext cx="3291840" cy="566928"/>
          </a:xfrm>
          <a:prstGeom prst="rect">
            <a:avLst/>
          </a:prstGeom>
          <a:solidFill>
            <a:srgbClr val="0D1E4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40680" y="3794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440680" y="408736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"¿Cómo estás?"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114800" y="2560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52" name="Text 50"/>
          <p:cNvSpPr/>
          <p:nvPr/>
        </p:nvSpPr>
        <p:spPr>
          <a:xfrm>
            <a:off x="3977640" y="30175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hands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to Decoder</a:t>
            </a:r>
            <a:endParaRPr lang="en-US" sz="8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C1593F5-E4CA-3F66-8C9A-18AC5B057442}"/>
              </a:ext>
            </a:extLst>
          </p:cNvPr>
          <p:cNvSpPr txBox="1"/>
          <p:nvPr/>
        </p:nvSpPr>
        <p:spPr>
          <a:xfrm>
            <a:off x="833798" y="4676478"/>
            <a:ext cx="8229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Attention finds relationships, Feed-Forward Network processes and transforms that information</a:t>
            </a:r>
            <a:endParaRPr lang="en-IN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A3E"/>
          </a:solidFill>
          <a:ln w="12700">
            <a:solidFill>
              <a:srgbClr val="0B1A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NOW KNOW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212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the "what" — but the "why"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43200" cy="2468880"/>
          </a:xfrm>
          <a:prstGeom prst="rect">
            <a:avLst/>
          </a:prstGeom>
          <a:solidFill>
            <a:srgbClr val="0D1E4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2743200" cy="64008"/>
          </a:xfrm>
          <a:prstGeom prst="rect">
            <a:avLst/>
          </a:prstGeom>
          <a:solidFill>
            <a:srgbClr val="FF4E6A"/>
          </a:solidFill>
          <a:ln w="12700">
            <a:solidFill>
              <a:srgbClr val="FF4E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801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181051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4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2212848"/>
            <a:ext cx="2468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RNNs forgot context over long distances and processed words slowly, one by one. Sequential by design — GPUs sat idle.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54680" y="1143000"/>
            <a:ext cx="2743200" cy="2468880"/>
          </a:xfrm>
          <a:prstGeom prst="rect">
            <a:avLst/>
          </a:prstGeom>
          <a:solidFill>
            <a:srgbClr val="0D1E4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54680" y="1143000"/>
            <a:ext cx="274320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12801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291840" y="181051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91840" y="2212848"/>
            <a:ext cx="2468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lets every word look at every other word in one step. The Transformer is built entirely around this idea.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35040" y="1143000"/>
            <a:ext cx="2743200" cy="2468880"/>
          </a:xfrm>
          <a:prstGeom prst="rect">
            <a:avLst/>
          </a:prstGeom>
          <a:solidFill>
            <a:srgbClr val="0D1E4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143000"/>
            <a:ext cx="2743200" cy="64008"/>
          </a:xfrm>
          <a:prstGeom prst="rect">
            <a:avLst/>
          </a:prstGeom>
          <a:solidFill>
            <a:srgbClr val="22D3A5"/>
          </a:solidFill>
          <a:ln w="12700">
            <a:solidFill>
              <a:srgbClr val="22D3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2801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172200" y="181051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72200" y="2212848"/>
            <a:ext cx="2468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in 12 hours. Beat models that took months. Powers every major AI tool you use today — GPT, Claude, Gemini, BERT.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3749040"/>
            <a:ext cx="8595360" cy="777240"/>
          </a:xfrm>
          <a:prstGeom prst="rect">
            <a:avLst/>
          </a:prstGeom>
          <a:solidFill>
            <a:srgbClr val="0A1530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82219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understanding separates people who use AI tools from people who can think critically about them, build with them, and explain them to others.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arxiv.org/abs/1706.03762 | datacamp.com | ibm.com | huggingface.co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678</TotalTime>
  <Words>1862</Words>
  <Application>Microsoft Office PowerPoint</Application>
  <PresentationFormat>On-screen Show (16:9)</PresentationFormat>
  <Paragraphs>324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 Narrow</vt:lpstr>
      <vt:lpstr>Arial</vt:lpstr>
      <vt:lpstr>Calibri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Transformer Architecture Explained</dc:title>
  <dc:subject>PptxGenJS Presentation</dc:subject>
  <dc:creator>PptxGenJS</dc:creator>
  <cp:lastModifiedBy>Anil Kumar S</cp:lastModifiedBy>
  <cp:revision>2</cp:revision>
  <dcterms:created xsi:type="dcterms:W3CDTF">2026-02-22T07:53:11Z</dcterms:created>
  <dcterms:modified xsi:type="dcterms:W3CDTF">2026-05-18T05:36:41Z</dcterms:modified>
</cp:coreProperties>
</file>